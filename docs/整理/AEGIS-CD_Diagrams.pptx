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AEGIS-CD 架构说明。代码快照：92878388cbd73f4a93f2dc253c0fd13a2e24cc0b（2026-09-09）。</a:t>
            </a:r>
          </a:p>
          <a:p>
            <a:r>
              <a:rPr dirty="0" err="1"/>
              <a:t>依据：models</a:t>
            </a:r>
            <a:r>
              <a:rPr dirty="0"/>
              <a:t>/model.py: </a:t>
            </a:r>
            <a:r>
              <a:rPr dirty="0" err="1"/>
              <a:t>BaseNet</a:t>
            </a:r>
            <a:r>
              <a:rPr dirty="0"/>
              <a:t>, </a:t>
            </a:r>
            <a:r>
              <a:rPr dirty="0" err="1"/>
              <a:t>EncoderFusion</a:t>
            </a:r>
            <a:r>
              <a:rPr dirty="0"/>
              <a:t>, </a:t>
            </a:r>
            <a:r>
              <a:rPr dirty="0" err="1"/>
              <a:t>DecoderFusion；models</a:t>
            </a:r>
            <a:r>
              <a:rPr dirty="0"/>
              <a:t>/</a:t>
            </a:r>
            <a:r>
              <a:rPr dirty="0" err="1"/>
              <a:t>eaom.py；models</a:t>
            </a:r>
            <a:r>
              <a:rPr dirty="0"/>
              <a:t>/</a:t>
            </a:r>
            <a:r>
              <a:rPr dirty="0" err="1"/>
              <a:t>edgegate.py；models</a:t>
            </a:r>
            <a:r>
              <a:rPr dirty="0"/>
              <a:t>/rep_decoder.py。</a:t>
            </a:r>
          </a:p>
          <a:p>
            <a:r>
              <a:rPr dirty="0" err="1"/>
              <a:t>编码器及</a:t>
            </a:r>
            <a:r>
              <a:rPr dirty="0"/>
              <a:t> HFEA </a:t>
            </a:r>
            <a:r>
              <a:rPr dirty="0" err="1"/>
              <a:t>在两时相间共享权重；EAOM、RepDW</a:t>
            </a:r>
            <a:r>
              <a:rPr dirty="0"/>
              <a:t> </a:t>
            </a:r>
            <a:r>
              <a:rPr dirty="0" err="1"/>
              <a:t>与预测头在四尺度间独立。RepDW</a:t>
            </a:r>
            <a:r>
              <a:rPr dirty="0"/>
              <a:t> </a:t>
            </a:r>
            <a:r>
              <a:rPr dirty="0" err="1"/>
              <a:t>解码从最深尺度向浅层递进。主头在</a:t>
            </a:r>
            <a:r>
              <a:rPr dirty="0"/>
              <a:t> </a:t>
            </a:r>
            <a:r>
              <a:rPr dirty="0" err="1"/>
              <a:t>EdgeGate</a:t>
            </a:r>
            <a:r>
              <a:rPr dirty="0"/>
              <a:t> </a:t>
            </a:r>
            <a:r>
              <a:rPr dirty="0" err="1"/>
              <a:t>后接</a:t>
            </a:r>
            <a:r>
              <a:rPr dirty="0"/>
              <a:t> 1×1 </a:t>
            </a:r>
            <a:r>
              <a:rPr dirty="0" err="1"/>
              <a:t>卷积，logits</a:t>
            </a:r>
            <a:r>
              <a:rPr dirty="0"/>
              <a:t> 上采样4倍后 sigmoid。辅助分支是3个独立头，仍由当前 </a:t>
            </a:r>
            <a:r>
              <a:rPr dirty="0" err="1"/>
              <a:t>BaseNet</a:t>
            </a:r>
            <a:r>
              <a:rPr dirty="0"/>
              <a:t> </a:t>
            </a:r>
            <a:r>
              <a:rPr dirty="0" err="1"/>
              <a:t>前向计算</a:t>
            </a:r>
            <a:r>
              <a:rPr dirty="0"/>
              <a:t>。</a:t>
            </a:r>
          </a:p>
          <a:p>
            <a:r>
              <a:rPr dirty="0" err="1"/>
              <a:t>张量采用</a:t>
            </a:r>
            <a:r>
              <a:rPr dirty="0"/>
              <a:t> </a:t>
            </a:r>
            <a:r>
              <a:rPr dirty="0" err="1"/>
              <a:t>B,C,H,W。图中省略</a:t>
            </a:r>
            <a:r>
              <a:rPr dirty="0"/>
              <a:t> batch 维；256×256 </a:t>
            </a:r>
            <a:r>
              <a:rPr dirty="0" err="1"/>
              <a:t>仅为默认尺寸示例。架构图不包含实验精度或性能提升的推断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AEGIS-CD 架构说明。代码快照：92878388cbd73f4a93f2dc253c0fd13a2e24cc0b（2026-09-09）。</a:t>
            </a:r>
          </a:p>
          <a:p>
            <a:r>
              <a:t>依据：models/backbone/mobilenet_v2.py: MobileNetV2, InvertedResidual, ConvBNReLU。</a:t>
            </a:r>
          </a:p>
          <a:p>
            <a:r>
              <a:t>五级特征取 features 索引1,3,6,13,17，通道16,24,32,96,320。正常输入256²时对应128²,64²,32²,16²,8²。代码仍执行最后一个1280通道层，但它不在返回列表中。倒残差DW采用3×3，线性投影后只有BN，无ReLU。</a:t>
            </a:r>
          </a:p>
          <a:p>
            <a:r>
              <a:t>张量采用 B,C,H,W。图中省略 batch 维；256×256 仅为默认尺寸示例。架构图不包含实验精度或性能提升的推断。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AEGIS-CD 架构说明。代码快照：92878388cbd73f4a93f2dc253c0fd13a2e24cc0b（2026-09-09）。</a:t>
            </a:r>
          </a:p>
          <a:p>
            <a:r>
              <a:t>依据：models/model.py: EncoderFusion.forward, AggregationModule。</a:t>
            </a:r>
          </a:p>
          <a:p>
            <a:r>
              <a:t>i=1..3的三个支路为邻浅层3×3 stride2，中心3×3 stride1，邻深层3×3 stride1后双线性上采样2倍，每个支路32通道。聚合两层3×3中第二层后无激活，加入中心1×1投影后ReLU。s4只使用e4/e5两支路。</a:t>
            </a:r>
          </a:p>
          <a:p>
            <a:r>
              <a:t>张量采用 B,C,H,W。图中省略 batch 维；256×256 仅为默认尺寸示例。架构图不包含实验精度或性能提升的推断。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AEGIS-CD 架构说明。代码快照：92878388cbd73f4a93f2dc253c0fd13a2e24cc0b（2026-09-09）。</a:t>
            </a:r>
          </a:p>
          <a:p>
            <a:r>
              <a:t>依据：models/eaom.py: EAOM.__init__, EAOM.forward, flow_warp, _anti_alias。</a:t>
            </a:r>
          </a:p>
          <a:p>
            <a:r>
              <a:t>offset_conv顺序：DW3(2C)+BN+ReLU、PW(2C,C)+BN+ReLU、Conv3(C,2)。flow_warp仅作用于f2。高斯滤波在绝对差后、小波前。ctx来自concat(f1,f2_aligned)的1×1投影。sigmoid(q*k)为逐元素门控，不是softmax token attention。当前没有T1先验注入。</a:t>
            </a:r>
          </a:p>
          <a:p>
            <a:r>
              <a:t>张量采用 B,C,H,W。图中省略 batch 维；256×256 仅为默认尺寸示例。架构图不包含实验精度或性能提升的推断。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AEGIS-CD 架构说明。代码快照：92878388cbd73f4a93f2dc253c0fd13a2e24cc0b（2026-09-09）。</a:t>
            </a:r>
          </a:p>
          <a:p>
            <a:r>
              <a:t>依据：models/eaom.py: EAOM.forward, edge_oracle, ll_attn_mlp, hf_attn_mlp, hf_ratio_*。</a:t>
            </a:r>
          </a:p>
          <a:p>
            <a:r>
              <a:t>Edge Oracle实际由原分辨率的blurred diff计算，先C通道edge_oracle再AvgPool2。E=sqrt(HL²+LH²+HH²+1e-6)。LL权重σ(MLP(GAP(LL))+MLP(GMP(LL)))，两个pool共享MLP。HF通道权重σ(MLP(GAP(E)))。经HF增强的能量乘aHF和1+mask，再由三个PW独立产生ratio。ratio乘原始对应高频，不是将能量直接作为IDWT高频。</a:t>
            </a:r>
          </a:p>
          <a:p>
            <a:r>
              <a:t>张量采用 B,C,H,W。图中省略 batch 维；256×256 仅为默认尺寸示例。架构图不包含实验精度或性能提升的推断。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AEGIS-CD 架构说明。代码快照：92878388cbd73f4a93f2dc253c0fd13a2e24cc0b（2026-09-09）。</a:t>
            </a:r>
          </a:p>
          <a:p>
            <a:r>
              <a:t>依据：models/rep_decoder.py: RepDWBlock, get_equivalent_kernel_bias, switch_to_deploy。</a:t>
            </a:r>
          </a:p>
          <a:p>
            <a:r>
              <a:t>融合前必须eval()，使用BN运行统计。5×5、3×3、1×1及identity+BN为线性支路；小核补零至5×5后求和。PW的BN也折叠。GELU与外层残差保留。数值等价只允许浮点误差，不代表跨训练/eval状态直接等价。</a:t>
            </a:r>
          </a:p>
          <a:p>
            <a:r>
              <a:t>张量采用 B,C,H,W。图中省略 batch 维；256×256 仅为默认尺寸示例。架构图不包含实验精度或性能提升的推断。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AEGIS-CD 架构说明。代码快照：92878388cbd73f4a93f2dc253c0fd13a2e24cc0b（2026-09-09）。</a:t>
            </a:r>
          </a:p>
          <a:p>
            <a:r>
              <a:t>依据：models/edgegate.py: EdgeGate.__init__, EdgeGate.forward；models/model.py: BaseNet.forward。</a:t>
            </a:r>
          </a:p>
          <a:p>
            <a:r>
              <a:t>edge branch=DW3(C)+BN+ReLU+PW(C,1)+sigmoid；detail branch=DW3(C)+BN+ReLU+PW(C,C)。scale为单标量，初始0。输出x+scale*detail*edge。edge沿通道广播。</a:t>
            </a:r>
          </a:p>
          <a:p>
            <a:r>
              <a:t>张量采用 B,C,H,W。图中省略 batch 维；256×256 仅为默认尺寸示例。架构图不包含实验精度或性能提升的推断。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AEGIS-CD 架构说明。代码快照：92878388cbd73f4a93f2dc253c0fd13a2e24cc0b（2026-09-09）。</a:t>
            </a:r>
          </a:p>
          <a:p>
            <a:r>
              <a:t>依据：models/model.py: BaseNet.forward, prediction head initialization；models/utils/losses.py: DS_PROFILES, deep_supervision_loss, BCEDiceLoss。</a:t>
            </a:r>
          </a:p>
          <a:p>
            <a:r>
              <a:t>输出1在主头logits上采样4倍后sigmoid，另三个直接在32/16/8尺度sigmoid。每个target_i为adaptive_avg_pool2d(Y,output_shape)。默认weights1,.8,.4,.2，Dice为batch_global。头2/3/4从主头deepcopy初始化，值相同，存储独立。当前前向仍计算所有头，p1用于阈值0.5的最终变化判定。</a:t>
            </a:r>
          </a:p>
          <a:p>
            <a:r>
              <a:t>张量采用 B,C,H,W。图中省略 batch 维；256×256 仅为默认尺寸示例。架构图不包含实验精度或性能提升的推断。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AEGIS-CD 架构说明。代码快照：92878388cbd73f4a93f2dc253c0fd13a2e24cc0b（2026-09-09）。</a:t>
            </a:r>
          </a:p>
          <a:p>
            <a:r>
              <a:t>依据：models/model.py: DiffModule, AlignedModule, WaveletAttention, LLAttention, SC_Attention。</a:t>
            </a:r>
          </a:p>
          <a:p>
            <a:r>
              <a:t>WFAM先分别调用同一个WaveletAttention，再用Concat预测2通道offset，warp第二输入。diff=abs(x-y)，context=PW(concat(x,y))。空间注意力来自diff的通道Avg/Max，3/5/7卷积输出求和sigmoid。通道注意力来自context的GAP/GMP共享MLP求和sigmoid。两注意力相乘并同时门控diff/context，拼接CBR。</a:t>
            </a:r>
          </a:p>
          <a:p>
            <a:r>
              <a:t>张量采用 B,C,H,W。图中省略 batch 维；256×256 仅为默认尺寸示例。架构图不包含实验精度或性能提升的推断。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AEGIS-CD 架构说明。代码快照：92878388cbd73f4a93f2dc253c0fd13a2e24cc0b（2026-09-09）。</a:t>
            </a:r>
          </a:p>
          <a:p>
            <a:r>
              <a:t>依据：models/model.py: MSA_Module, MSA_Head, Attention, FeedForward, DecoderFusion。</a:t>
            </a:r>
          </a:p>
          <a:p>
            <a:r>
              <a:t>M=sigmoid(detach(Conv1x1(x)))，mask projection不从该路径接收梯度，但输入会随上游训练变化。前景/背景的MSA_Head参数独立。内部Q/K/V各由PW1+DW3获得，mask只乘Q/K。Q,K按空间维归一化，相关性为每头通道×通道。Head含两个残差：x+Attn(LN(x),mask)，随后+FFN(LN)。FFN为PW到双路、DW3、GELU(x1)*x2、PW输出。最终fuse按[background,foreground]拼接，再Conv3，乘原输入，后CBR。</a:t>
            </a:r>
          </a:p>
          <a:p>
            <a:r>
              <a:t>张量采用 B,C,H,W。图中省略 batch 维；256×256 仅为默认尺寸示例。架构图不包含实验精度或性能提升的推断。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-1">
            <a:extLst>
              <a:ext uri="{FF2B5EF4-FFF2-40B4-BE49-F238E27FC236}">
                <a16:creationId xmlns:a16="http://schemas.microsoft.com/office/drawing/2014/main" id="{262FF43A-8604-40D4-A6BB-B35AB0E2F62A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400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AEGIS-CD 整体模型架构</a:t>
            </a:r>
          </a:p>
        </p:txBody>
      </p:sp>
      <p:sp>
        <p:nvSpPr>
          <p:cNvPr id="2" name="shape-2">
            <a:extLst>
              <a:ext uri="{FF2B5EF4-FFF2-40B4-BE49-F238E27FC236}">
                <a16:creationId xmlns:a16="http://schemas.microsoft.com/office/drawing/2014/main" id="{3AA96241-6DD2-481A-8659-BE350E54B564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390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默认 E4 结构：共享双时相特征提取，四尺度独立差异建模与可重参数化解码</a:t>
            </a:r>
          </a:p>
        </p:txBody>
      </p:sp>
      <p:sp>
        <p:nvSpPr>
          <p:cNvPr id="3" name="shape-3">
            <a:extLst>
              <a:ext uri="{FF2B5EF4-FFF2-40B4-BE49-F238E27FC236}">
                <a16:creationId xmlns:a16="http://schemas.microsoft.com/office/drawing/2014/main" id="{4E209482-DF6D-45B6-A7D3-632C13067A30}"/>
              </a:ext>
            </a:extLst>
          </p:cNvPr>
          <p:cNvSpPr>
            <a:spLocks noGrp="1"/>
          </p:cNvSpPr>
          <p:nvPr/>
        </p:nvSpPr>
        <p:spPr>
          <a:xfrm>
            <a:off x="570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shape-4">
            <a:extLst>
              <a:ext uri="{FF2B5EF4-FFF2-40B4-BE49-F238E27FC236}">
                <a16:creationId xmlns:a16="http://schemas.microsoft.com/office/drawing/2014/main" id="{0F82D9D7-FDC1-4C22-BFF9-070CCCAEA08B}"/>
              </a:ext>
            </a:extLst>
          </p:cNvPr>
          <p:cNvSpPr>
            <a:spLocks noGrp="1"/>
          </p:cNvSpPr>
          <p:nvPr/>
        </p:nvSpPr>
        <p:spPr>
          <a:xfrm>
            <a:off x="14667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5" name="直接箭头连接符 214"/>
          <p:cNvCxnSpPr>
            <a:stCxn id="3" idx="3"/>
            <a:endCxn id="4" idx="1"/>
          </p:cNvCxnSpPr>
          <p:nvPr/>
        </p:nvCxnSpPr>
        <p:spPr>
          <a:xfrm>
            <a:off x="572453" y="1657351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6" name="shape-5">
            <a:extLst>
              <a:ext uri="{FF2B5EF4-FFF2-40B4-BE49-F238E27FC236}">
                <a16:creationId xmlns:a16="http://schemas.microsoft.com/office/drawing/2014/main" id="{1D2C97EF-47C6-45A0-8F80-DD37B2B1DAC1}"/>
              </a:ext>
            </a:extLst>
          </p:cNvPr>
          <p:cNvSpPr>
            <a:spLocks noGrp="1"/>
          </p:cNvSpPr>
          <p:nvPr/>
        </p:nvSpPr>
        <p:spPr>
          <a:xfrm>
            <a:off x="570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" name="shape-6">
            <a:extLst>
              <a:ext uri="{FF2B5EF4-FFF2-40B4-BE49-F238E27FC236}">
                <a16:creationId xmlns:a16="http://schemas.microsoft.com/office/drawing/2014/main" id="{16A9CFDE-D7E6-4F90-9513-954462525046}"/>
              </a:ext>
            </a:extLst>
          </p:cNvPr>
          <p:cNvSpPr>
            <a:spLocks noGrp="1"/>
          </p:cNvSpPr>
          <p:nvPr/>
        </p:nvSpPr>
        <p:spPr>
          <a:xfrm>
            <a:off x="14667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8" name="直接箭头连接符 217"/>
          <p:cNvCxnSpPr>
            <a:stCxn id="6" idx="3"/>
            <a:endCxn id="7" idx="1"/>
          </p:cNvCxnSpPr>
          <p:nvPr/>
        </p:nvCxnSpPr>
        <p:spPr>
          <a:xfrm>
            <a:off x="572453" y="7953376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9" name="shape-7">
            <a:extLst>
              <a:ext uri="{FF2B5EF4-FFF2-40B4-BE49-F238E27FC236}">
                <a16:creationId xmlns:a16="http://schemas.microsoft.com/office/drawing/2014/main" id="{2DC0FC66-16E0-4601-9319-6B0FA8EF9897}"/>
              </a:ext>
            </a:extLst>
          </p:cNvPr>
          <p:cNvSpPr>
            <a:spLocks noGrp="1"/>
          </p:cNvSpPr>
          <p:nvPr/>
        </p:nvSpPr>
        <p:spPr>
          <a:xfrm>
            <a:off x="571500" y="8067675"/>
            <a:ext cx="1323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实线：特征/预测流。虚线：辅助预测。⊕：逐元素相加。尺寸示例为 256×256，特征均省略 batch 维。</a:t>
            </a:r>
          </a:p>
        </p:txBody>
      </p:sp>
      <p:sp>
        <p:nvSpPr>
          <p:cNvPr id="10" name="shape-8">
            <a:extLst>
              <a:ext uri="{FF2B5EF4-FFF2-40B4-BE49-F238E27FC236}">
                <a16:creationId xmlns:a16="http://schemas.microsoft.com/office/drawing/2014/main" id="{1382D097-B6C9-47A8-9545-614386A6CE47}"/>
              </a:ext>
            </a:extLst>
          </p:cNvPr>
          <p:cNvSpPr>
            <a:spLocks noGrp="1"/>
          </p:cNvSpPr>
          <p:nvPr/>
        </p:nvSpPr>
        <p:spPr>
          <a:xfrm>
            <a:off x="14097000" y="806767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11" name="shape-9">
            <a:extLst>
              <a:ext uri="{FF2B5EF4-FFF2-40B4-BE49-F238E27FC236}">
                <a16:creationId xmlns:a16="http://schemas.microsoft.com/office/drawing/2014/main" id="{54E7C442-2951-4C07-B7CC-3B1E167EC4A2}"/>
              </a:ext>
            </a:extLst>
          </p:cNvPr>
          <p:cNvSpPr>
            <a:spLocks noGrp="1"/>
          </p:cNvSpPr>
          <p:nvPr/>
        </p:nvSpPr>
        <p:spPr>
          <a:xfrm>
            <a:off x="571500" y="185737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二时相输入</a:t>
            </a:r>
          </a:p>
        </p:txBody>
      </p:sp>
      <p:sp>
        <p:nvSpPr>
          <p:cNvPr id="12" name="shape-10">
            <a:extLst>
              <a:ext uri="{FF2B5EF4-FFF2-40B4-BE49-F238E27FC236}">
                <a16:creationId xmlns:a16="http://schemas.microsoft.com/office/drawing/2014/main" id="{3DC71176-CF1B-4C73-B755-7061DAF42C24}"/>
              </a:ext>
            </a:extLst>
          </p:cNvPr>
          <p:cNvSpPr>
            <a:spLocks noGrp="1"/>
          </p:cNvSpPr>
          <p:nvPr/>
        </p:nvSpPr>
        <p:spPr>
          <a:xfrm>
            <a:off x="2714625" y="18573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共享权重</a:t>
            </a:r>
          </a:p>
        </p:txBody>
      </p:sp>
      <p:sp>
        <p:nvSpPr>
          <p:cNvPr id="13" name="shape-11">
            <a:extLst>
              <a:ext uri="{FF2B5EF4-FFF2-40B4-BE49-F238E27FC236}">
                <a16:creationId xmlns:a16="http://schemas.microsoft.com/office/drawing/2014/main" id="{9259F26B-EC07-4910-9550-A95F2C99F173}"/>
              </a:ext>
            </a:extLst>
          </p:cNvPr>
          <p:cNvSpPr>
            <a:spLocks noGrp="1"/>
          </p:cNvSpPr>
          <p:nvPr/>
        </p:nvSpPr>
        <p:spPr>
          <a:xfrm>
            <a:off x="5905500" y="1857375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对应尺度特征对</a:t>
            </a:r>
          </a:p>
        </p:txBody>
      </p:sp>
      <p:sp>
        <p:nvSpPr>
          <p:cNvPr id="14" name="shape-12">
            <a:extLst>
              <a:ext uri="{FF2B5EF4-FFF2-40B4-BE49-F238E27FC236}">
                <a16:creationId xmlns:a16="http://schemas.microsoft.com/office/drawing/2014/main" id="{0668861B-6396-4E3C-B079-51E32FC0671E}"/>
              </a:ext>
            </a:extLst>
          </p:cNvPr>
          <p:cNvSpPr>
            <a:spLocks noGrp="1"/>
          </p:cNvSpPr>
          <p:nvPr/>
        </p:nvSpPr>
        <p:spPr>
          <a:xfrm>
            <a:off x="8048625" y="1857375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独立 EAOM</a:t>
            </a:r>
          </a:p>
        </p:txBody>
      </p:sp>
      <p:sp>
        <p:nvSpPr>
          <p:cNvPr id="15" name="shape-13">
            <a:extLst>
              <a:ext uri="{FF2B5EF4-FFF2-40B4-BE49-F238E27FC236}">
                <a16:creationId xmlns:a16="http://schemas.microsoft.com/office/drawing/2014/main" id="{71BD47DD-F7AD-4646-84D7-8B205A72CE36}"/>
              </a:ext>
            </a:extLst>
          </p:cNvPr>
          <p:cNvSpPr>
            <a:spLocks noGrp="1"/>
          </p:cNvSpPr>
          <p:nvPr/>
        </p:nvSpPr>
        <p:spPr>
          <a:xfrm>
            <a:off x="10477500" y="1857375"/>
            <a:ext cx="166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RepDW 解码</a:t>
            </a:r>
          </a:p>
        </p:txBody>
      </p:sp>
      <p:sp>
        <p:nvSpPr>
          <p:cNvPr id="16" name="shape-14">
            <a:extLst>
              <a:ext uri="{FF2B5EF4-FFF2-40B4-BE49-F238E27FC236}">
                <a16:creationId xmlns:a16="http://schemas.microsoft.com/office/drawing/2014/main" id="{C33550CC-EB13-4E4A-A3B3-819D315F9FD8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1571625" cy="904875"/>
          </a:xfrm>
          <a:prstGeom prst="roundRect">
            <a:avLst>
              <a:gd name="adj" fmla="val 7368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17" name="shape-15">
            <a:extLst>
              <a:ext uri="{FF2B5EF4-FFF2-40B4-BE49-F238E27FC236}">
                <a16:creationId xmlns:a16="http://schemas.microsoft.com/office/drawing/2014/main" id="{F20B383E-E597-456C-A14B-C17ECF1CDBA2}"/>
              </a:ext>
            </a:extLst>
          </p:cNvPr>
          <p:cNvSpPr>
            <a:spLocks noGrp="1"/>
          </p:cNvSpPr>
          <p:nvPr/>
        </p:nvSpPr>
        <p:spPr>
          <a:xfrm>
            <a:off x="666750" y="2943225"/>
            <a:ext cx="1381125" cy="4071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影像 T1</a:t>
            </a:r>
          </a:p>
        </p:txBody>
      </p:sp>
      <p:sp>
        <p:nvSpPr>
          <p:cNvPr id="18" name="shape-16">
            <a:extLst>
              <a:ext uri="{FF2B5EF4-FFF2-40B4-BE49-F238E27FC236}">
                <a16:creationId xmlns:a16="http://schemas.microsoft.com/office/drawing/2014/main" id="{3A326A2C-E7BC-4D69-8E33-91D7CBF1881F}"/>
              </a:ext>
            </a:extLst>
          </p:cNvPr>
          <p:cNvSpPr>
            <a:spLocks noGrp="1"/>
          </p:cNvSpPr>
          <p:nvPr/>
        </p:nvSpPr>
        <p:spPr>
          <a:xfrm>
            <a:off x="666750" y="3291840"/>
            <a:ext cx="1381125" cy="389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3×256×256</a:t>
            </a:r>
          </a:p>
        </p:txBody>
      </p:sp>
      <p:sp>
        <p:nvSpPr>
          <p:cNvPr id="19" name="shape-17">
            <a:extLst>
              <a:ext uri="{FF2B5EF4-FFF2-40B4-BE49-F238E27FC236}">
                <a16:creationId xmlns:a16="http://schemas.microsoft.com/office/drawing/2014/main" id="{878BB231-9E96-4EEF-BA14-CEEF032B6169}"/>
              </a:ext>
            </a:extLst>
          </p:cNvPr>
          <p:cNvSpPr>
            <a:spLocks noGrp="1"/>
          </p:cNvSpPr>
          <p:nvPr/>
        </p:nvSpPr>
        <p:spPr>
          <a:xfrm>
            <a:off x="571500" y="5095875"/>
            <a:ext cx="1571625" cy="904875"/>
          </a:xfrm>
          <a:prstGeom prst="roundRect">
            <a:avLst>
              <a:gd name="adj" fmla="val 7368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20" name="shape-18">
            <a:extLst>
              <a:ext uri="{FF2B5EF4-FFF2-40B4-BE49-F238E27FC236}">
                <a16:creationId xmlns:a16="http://schemas.microsoft.com/office/drawing/2014/main" id="{4B9D9073-0588-4D92-ABC3-D24D6E98F35B}"/>
              </a:ext>
            </a:extLst>
          </p:cNvPr>
          <p:cNvSpPr>
            <a:spLocks noGrp="1"/>
          </p:cNvSpPr>
          <p:nvPr/>
        </p:nvSpPr>
        <p:spPr>
          <a:xfrm>
            <a:off x="666750" y="5181600"/>
            <a:ext cx="1381125" cy="4071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影像 T2</a:t>
            </a:r>
          </a:p>
        </p:txBody>
      </p:sp>
      <p:sp>
        <p:nvSpPr>
          <p:cNvPr id="21" name="shape-19">
            <a:extLst>
              <a:ext uri="{FF2B5EF4-FFF2-40B4-BE49-F238E27FC236}">
                <a16:creationId xmlns:a16="http://schemas.microsoft.com/office/drawing/2014/main" id="{9858B2F6-CA65-48EE-8518-D95331AFFBB0}"/>
              </a:ext>
            </a:extLst>
          </p:cNvPr>
          <p:cNvSpPr>
            <a:spLocks noGrp="1"/>
          </p:cNvSpPr>
          <p:nvPr/>
        </p:nvSpPr>
        <p:spPr>
          <a:xfrm>
            <a:off x="666750" y="5530215"/>
            <a:ext cx="1381125" cy="389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3×256×256</a:t>
            </a:r>
          </a:p>
        </p:txBody>
      </p:sp>
      <p:sp>
        <p:nvSpPr>
          <p:cNvPr id="22" name="shape-20">
            <a:extLst>
              <a:ext uri="{FF2B5EF4-FFF2-40B4-BE49-F238E27FC236}">
                <a16:creationId xmlns:a16="http://schemas.microsoft.com/office/drawing/2014/main" id="{0AED61F1-5941-4B54-AD36-4E843A7ACDD7}"/>
              </a:ext>
            </a:extLst>
          </p:cNvPr>
          <p:cNvSpPr>
            <a:spLocks noGrp="1"/>
          </p:cNvSpPr>
          <p:nvPr/>
        </p:nvSpPr>
        <p:spPr>
          <a:xfrm>
            <a:off x="2809875" y="2667000"/>
            <a:ext cx="2286000" cy="3238500"/>
          </a:xfrm>
          <a:prstGeom prst="roundRect">
            <a:avLst>
              <a:gd name="adj" fmla="val 2917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23" name="shape-21">
            <a:extLst>
              <a:ext uri="{FF2B5EF4-FFF2-40B4-BE49-F238E27FC236}">
                <a16:creationId xmlns:a16="http://schemas.microsoft.com/office/drawing/2014/main" id="{4E6F0E77-60C3-4F50-9B9E-6B010BFF2C9F}"/>
              </a:ext>
            </a:extLst>
          </p:cNvPr>
          <p:cNvSpPr>
            <a:spLocks noGrp="1"/>
          </p:cNvSpPr>
          <p:nvPr/>
        </p:nvSpPr>
        <p:spPr>
          <a:xfrm>
            <a:off x="2905125" y="2752725"/>
            <a:ext cx="2095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共享特征提取</a:t>
            </a:r>
          </a:p>
        </p:txBody>
      </p:sp>
      <p:sp>
        <p:nvSpPr>
          <p:cNvPr id="24" name="shape-22">
            <a:extLst>
              <a:ext uri="{FF2B5EF4-FFF2-40B4-BE49-F238E27FC236}">
                <a16:creationId xmlns:a16="http://schemas.microsoft.com/office/drawing/2014/main" id="{5973F24D-985E-4D70-AF72-21AA89B9D85B}"/>
              </a:ext>
            </a:extLst>
          </p:cNvPr>
          <p:cNvSpPr>
            <a:spLocks noGrp="1"/>
          </p:cNvSpPr>
          <p:nvPr/>
        </p:nvSpPr>
        <p:spPr>
          <a:xfrm>
            <a:off x="2981325" y="3257550"/>
            <a:ext cx="1943100" cy="2352675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shape-23">
            <a:extLst>
              <a:ext uri="{FF2B5EF4-FFF2-40B4-BE49-F238E27FC236}">
                <a16:creationId xmlns:a16="http://schemas.microsoft.com/office/drawing/2014/main" id="{B188DA0E-9581-4C23-9A64-222D9D30AA3D}"/>
              </a:ext>
            </a:extLst>
          </p:cNvPr>
          <p:cNvSpPr>
            <a:spLocks noGrp="1"/>
          </p:cNvSpPr>
          <p:nvPr/>
        </p:nvSpPr>
        <p:spPr>
          <a:xfrm>
            <a:off x="3057525" y="3333750"/>
            <a:ext cx="17907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MobileNetV2</a:t>
            </a:r>
          </a:p>
        </p:txBody>
      </p:sp>
      <p:sp>
        <p:nvSpPr>
          <p:cNvPr id="26" name="shape-24">
            <a:extLst>
              <a:ext uri="{FF2B5EF4-FFF2-40B4-BE49-F238E27FC236}">
                <a16:creationId xmlns:a16="http://schemas.microsoft.com/office/drawing/2014/main" id="{444340EF-2F94-4A75-9238-64473914075B}"/>
              </a:ext>
            </a:extLst>
          </p:cNvPr>
          <p:cNvSpPr>
            <a:spLocks noGrp="1"/>
          </p:cNvSpPr>
          <p:nvPr/>
        </p:nvSpPr>
        <p:spPr>
          <a:xfrm>
            <a:off x="3143250" y="382905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五级特征</a:t>
            </a:r>
          </a:p>
        </p:txBody>
      </p:sp>
      <p:sp>
        <p:nvSpPr>
          <p:cNvPr id="27" name="shape-25">
            <a:extLst>
              <a:ext uri="{FF2B5EF4-FFF2-40B4-BE49-F238E27FC236}">
                <a16:creationId xmlns:a16="http://schemas.microsoft.com/office/drawing/2014/main" id="{2E0720C7-A275-4488-BD1A-97F9363A190F}"/>
              </a:ext>
            </a:extLst>
          </p:cNvPr>
          <p:cNvSpPr>
            <a:spLocks noGrp="1"/>
          </p:cNvSpPr>
          <p:nvPr/>
        </p:nvSpPr>
        <p:spPr>
          <a:xfrm>
            <a:off x="3951923" y="42186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8" name="shape-26">
            <a:extLst>
              <a:ext uri="{FF2B5EF4-FFF2-40B4-BE49-F238E27FC236}">
                <a16:creationId xmlns:a16="http://schemas.microsoft.com/office/drawing/2014/main" id="{37F9E1DB-7A18-4881-86AC-D018D80484EC}"/>
              </a:ext>
            </a:extLst>
          </p:cNvPr>
          <p:cNvSpPr>
            <a:spLocks noGrp="1"/>
          </p:cNvSpPr>
          <p:nvPr/>
        </p:nvSpPr>
        <p:spPr>
          <a:xfrm>
            <a:off x="3951923" y="45138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9" name="直接箭头连接符 238"/>
          <p:cNvCxnSpPr>
            <a:stCxn id="27" idx="3"/>
            <a:endCxn id="28" idx="1"/>
          </p:cNvCxnSpPr>
          <p:nvPr/>
        </p:nvCxnSpPr>
        <p:spPr>
          <a:xfrm flipH="1">
            <a:off x="3951923" y="4219576"/>
            <a:ext cx="1905" cy="295275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30" name="shape-27">
            <a:extLst>
              <a:ext uri="{FF2B5EF4-FFF2-40B4-BE49-F238E27FC236}">
                <a16:creationId xmlns:a16="http://schemas.microsoft.com/office/drawing/2014/main" id="{CB12EE9A-BA62-4E1E-809C-7409E3B7D418}"/>
              </a:ext>
            </a:extLst>
          </p:cNvPr>
          <p:cNvSpPr>
            <a:spLocks noGrp="1"/>
          </p:cNvSpPr>
          <p:nvPr/>
        </p:nvSpPr>
        <p:spPr>
          <a:xfrm>
            <a:off x="3143250" y="4572000"/>
            <a:ext cx="161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HFEA</a:t>
            </a:r>
          </a:p>
        </p:txBody>
      </p:sp>
      <p:sp>
        <p:nvSpPr>
          <p:cNvPr id="31" name="shape-28">
            <a:extLst>
              <a:ext uri="{FF2B5EF4-FFF2-40B4-BE49-F238E27FC236}">
                <a16:creationId xmlns:a16="http://schemas.microsoft.com/office/drawing/2014/main" id="{8142A3C5-BD4E-4190-AD68-5BD5C5122A07}"/>
              </a:ext>
            </a:extLst>
          </p:cNvPr>
          <p:cNvSpPr>
            <a:spLocks noGrp="1"/>
          </p:cNvSpPr>
          <p:nvPr/>
        </p:nvSpPr>
        <p:spPr>
          <a:xfrm>
            <a:off x="3048000" y="50863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四级融合特征</a:t>
            </a:r>
          </a:p>
        </p:txBody>
      </p:sp>
      <p:sp>
        <p:nvSpPr>
          <p:cNvPr id="32" name="shape-29">
            <a:extLst>
              <a:ext uri="{FF2B5EF4-FFF2-40B4-BE49-F238E27FC236}">
                <a16:creationId xmlns:a16="http://schemas.microsoft.com/office/drawing/2014/main" id="{A935463F-49C6-4238-8CC5-AE37736F3BD7}"/>
              </a:ext>
            </a:extLst>
          </p:cNvPr>
          <p:cNvSpPr>
            <a:spLocks noGrp="1"/>
          </p:cNvSpPr>
          <p:nvPr/>
        </p:nvSpPr>
        <p:spPr>
          <a:xfrm>
            <a:off x="2142173" y="3304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3" name="shape-30">
            <a:extLst>
              <a:ext uri="{FF2B5EF4-FFF2-40B4-BE49-F238E27FC236}">
                <a16:creationId xmlns:a16="http://schemas.microsoft.com/office/drawing/2014/main" id="{5A1D7DC9-A051-4372-BC92-06F49FE6362E}"/>
              </a:ext>
            </a:extLst>
          </p:cNvPr>
          <p:cNvSpPr>
            <a:spLocks noGrp="1"/>
          </p:cNvSpPr>
          <p:nvPr/>
        </p:nvSpPr>
        <p:spPr>
          <a:xfrm>
            <a:off x="2513648" y="3304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4" name="直接箭头连接符 243"/>
          <p:cNvCxnSpPr>
            <a:stCxn id="32" idx="3"/>
            <a:endCxn id="33" idx="1"/>
          </p:cNvCxnSpPr>
          <p:nvPr/>
        </p:nvCxnSpPr>
        <p:spPr>
          <a:xfrm>
            <a:off x="2144078" y="3305176"/>
            <a:ext cx="36957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35" name="shape-31">
            <a:extLst>
              <a:ext uri="{FF2B5EF4-FFF2-40B4-BE49-F238E27FC236}">
                <a16:creationId xmlns:a16="http://schemas.microsoft.com/office/drawing/2014/main" id="{16E7FF2D-340F-457B-83AA-E7D9686C148B}"/>
              </a:ext>
            </a:extLst>
          </p:cNvPr>
          <p:cNvSpPr>
            <a:spLocks noGrp="1"/>
          </p:cNvSpPr>
          <p:nvPr/>
        </p:nvSpPr>
        <p:spPr>
          <a:xfrm>
            <a:off x="2513648" y="3304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6" name="shape-32">
            <a:extLst>
              <a:ext uri="{FF2B5EF4-FFF2-40B4-BE49-F238E27FC236}">
                <a16:creationId xmlns:a16="http://schemas.microsoft.com/office/drawing/2014/main" id="{AF9BDA27-24EE-4AF6-851A-556F1702C187}"/>
              </a:ext>
            </a:extLst>
          </p:cNvPr>
          <p:cNvSpPr>
            <a:spLocks noGrp="1"/>
          </p:cNvSpPr>
          <p:nvPr/>
        </p:nvSpPr>
        <p:spPr>
          <a:xfrm>
            <a:off x="2513648" y="3761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7" name="直接箭头连接符 246"/>
          <p:cNvCxnSpPr>
            <a:stCxn id="35" idx="3"/>
            <a:endCxn id="36" idx="1"/>
          </p:cNvCxnSpPr>
          <p:nvPr/>
        </p:nvCxnSpPr>
        <p:spPr>
          <a:xfrm flipH="1">
            <a:off x="2513648" y="3305176"/>
            <a:ext cx="1905" cy="45720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38" name="shape-33">
            <a:extLst>
              <a:ext uri="{FF2B5EF4-FFF2-40B4-BE49-F238E27FC236}">
                <a16:creationId xmlns:a16="http://schemas.microsoft.com/office/drawing/2014/main" id="{6682A0ED-392C-47CB-A0D6-182B5CC0151F}"/>
              </a:ext>
            </a:extLst>
          </p:cNvPr>
          <p:cNvSpPr>
            <a:spLocks noGrp="1"/>
          </p:cNvSpPr>
          <p:nvPr/>
        </p:nvSpPr>
        <p:spPr>
          <a:xfrm>
            <a:off x="2513648" y="3761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9" name="shape-34">
            <a:extLst>
              <a:ext uri="{FF2B5EF4-FFF2-40B4-BE49-F238E27FC236}">
                <a16:creationId xmlns:a16="http://schemas.microsoft.com/office/drawing/2014/main" id="{E6FF9449-CFC5-4CB3-85DB-16DE84C1C097}"/>
              </a:ext>
            </a:extLst>
          </p:cNvPr>
          <p:cNvSpPr>
            <a:spLocks noGrp="1"/>
          </p:cNvSpPr>
          <p:nvPr/>
        </p:nvSpPr>
        <p:spPr>
          <a:xfrm>
            <a:off x="2808923" y="3761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0" name="直接箭头连接符 249"/>
          <p:cNvCxnSpPr>
            <a:stCxn id="38" idx="3"/>
            <a:endCxn id="39" idx="1"/>
          </p:cNvCxnSpPr>
          <p:nvPr/>
        </p:nvCxnSpPr>
        <p:spPr>
          <a:xfrm>
            <a:off x="2515553" y="3762376"/>
            <a:ext cx="29337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41" name="shape-35">
            <a:extLst>
              <a:ext uri="{FF2B5EF4-FFF2-40B4-BE49-F238E27FC236}">
                <a16:creationId xmlns:a16="http://schemas.microsoft.com/office/drawing/2014/main" id="{092EB535-CBE9-486F-87E2-F5DFEFE5EE01}"/>
              </a:ext>
            </a:extLst>
          </p:cNvPr>
          <p:cNvSpPr>
            <a:spLocks noGrp="1"/>
          </p:cNvSpPr>
          <p:nvPr/>
        </p:nvSpPr>
        <p:spPr>
          <a:xfrm>
            <a:off x="2142173" y="5542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2" name="shape-36">
            <a:extLst>
              <a:ext uri="{FF2B5EF4-FFF2-40B4-BE49-F238E27FC236}">
                <a16:creationId xmlns:a16="http://schemas.microsoft.com/office/drawing/2014/main" id="{A0026368-DC85-4B42-8C77-BF3514D8B46D}"/>
              </a:ext>
            </a:extLst>
          </p:cNvPr>
          <p:cNvSpPr>
            <a:spLocks noGrp="1"/>
          </p:cNvSpPr>
          <p:nvPr/>
        </p:nvSpPr>
        <p:spPr>
          <a:xfrm>
            <a:off x="2513648" y="5542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3" name="直接箭头连接符 252"/>
          <p:cNvCxnSpPr>
            <a:stCxn id="41" idx="3"/>
            <a:endCxn id="42" idx="1"/>
          </p:cNvCxnSpPr>
          <p:nvPr/>
        </p:nvCxnSpPr>
        <p:spPr>
          <a:xfrm>
            <a:off x="2144078" y="5543551"/>
            <a:ext cx="36957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44" name="shape-37">
            <a:extLst>
              <a:ext uri="{FF2B5EF4-FFF2-40B4-BE49-F238E27FC236}">
                <a16:creationId xmlns:a16="http://schemas.microsoft.com/office/drawing/2014/main" id="{3E0EAB8A-5FBF-42BD-BDBE-7418ED1449B1}"/>
              </a:ext>
            </a:extLst>
          </p:cNvPr>
          <p:cNvSpPr>
            <a:spLocks noGrp="1"/>
          </p:cNvSpPr>
          <p:nvPr/>
        </p:nvSpPr>
        <p:spPr>
          <a:xfrm>
            <a:off x="2513648" y="5542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" name="shape-38">
            <a:extLst>
              <a:ext uri="{FF2B5EF4-FFF2-40B4-BE49-F238E27FC236}">
                <a16:creationId xmlns:a16="http://schemas.microsoft.com/office/drawing/2014/main" id="{607D728B-A699-4FD4-8AED-B91E401E7E15}"/>
              </a:ext>
            </a:extLst>
          </p:cNvPr>
          <p:cNvSpPr>
            <a:spLocks noGrp="1"/>
          </p:cNvSpPr>
          <p:nvPr/>
        </p:nvSpPr>
        <p:spPr>
          <a:xfrm>
            <a:off x="2513648" y="4904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6" name="直接箭头连接符 255"/>
          <p:cNvCxnSpPr>
            <a:stCxn id="44" idx="3"/>
            <a:endCxn id="45" idx="1"/>
          </p:cNvCxnSpPr>
          <p:nvPr/>
        </p:nvCxnSpPr>
        <p:spPr>
          <a:xfrm flipH="1" flipV="1">
            <a:off x="2513648" y="4905376"/>
            <a:ext cx="1905" cy="638175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47" name="shape-39">
            <a:extLst>
              <a:ext uri="{FF2B5EF4-FFF2-40B4-BE49-F238E27FC236}">
                <a16:creationId xmlns:a16="http://schemas.microsoft.com/office/drawing/2014/main" id="{C193BB15-49C2-4060-9B7C-3AE11A9543B2}"/>
              </a:ext>
            </a:extLst>
          </p:cNvPr>
          <p:cNvSpPr>
            <a:spLocks noGrp="1"/>
          </p:cNvSpPr>
          <p:nvPr/>
        </p:nvSpPr>
        <p:spPr>
          <a:xfrm>
            <a:off x="2513648" y="4904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8" name="shape-40">
            <a:extLst>
              <a:ext uri="{FF2B5EF4-FFF2-40B4-BE49-F238E27FC236}">
                <a16:creationId xmlns:a16="http://schemas.microsoft.com/office/drawing/2014/main" id="{2AFAC251-E1E0-482F-9388-9B5EEAB34A6E}"/>
              </a:ext>
            </a:extLst>
          </p:cNvPr>
          <p:cNvSpPr>
            <a:spLocks noGrp="1"/>
          </p:cNvSpPr>
          <p:nvPr/>
        </p:nvSpPr>
        <p:spPr>
          <a:xfrm>
            <a:off x="2808923" y="4904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9" name="直接箭头连接符 258"/>
          <p:cNvCxnSpPr>
            <a:stCxn id="47" idx="3"/>
            <a:endCxn id="48" idx="1"/>
          </p:cNvCxnSpPr>
          <p:nvPr/>
        </p:nvCxnSpPr>
        <p:spPr>
          <a:xfrm>
            <a:off x="2515553" y="4905376"/>
            <a:ext cx="29337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50" name="shape-41">
            <a:extLst>
              <a:ext uri="{FF2B5EF4-FFF2-40B4-BE49-F238E27FC236}">
                <a16:creationId xmlns:a16="http://schemas.microsoft.com/office/drawing/2014/main" id="{B7908B5C-32D6-4D94-B6FC-92362D2D1D0B}"/>
              </a:ext>
            </a:extLst>
          </p:cNvPr>
          <p:cNvSpPr>
            <a:spLocks noGrp="1"/>
          </p:cNvSpPr>
          <p:nvPr/>
        </p:nvSpPr>
        <p:spPr>
          <a:xfrm>
            <a:off x="2571750" y="6334125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同一网络逐时相执行</a:t>
            </a:r>
          </a:p>
        </p:txBody>
      </p:sp>
      <p:sp>
        <p:nvSpPr>
          <p:cNvPr id="51" name="shape-42">
            <a:extLst>
              <a:ext uri="{FF2B5EF4-FFF2-40B4-BE49-F238E27FC236}">
                <a16:creationId xmlns:a16="http://schemas.microsoft.com/office/drawing/2014/main" id="{3EFCC877-7518-47DA-BBF5-D396AD062872}"/>
              </a:ext>
            </a:extLst>
          </p:cNvPr>
          <p:cNvSpPr>
            <a:spLocks noGrp="1"/>
          </p:cNvSpPr>
          <p:nvPr/>
        </p:nvSpPr>
        <p:spPr>
          <a:xfrm>
            <a:off x="5094923" y="4285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2" name="shape-43">
            <a:extLst>
              <a:ext uri="{FF2B5EF4-FFF2-40B4-BE49-F238E27FC236}">
                <a16:creationId xmlns:a16="http://schemas.microsoft.com/office/drawing/2014/main" id="{439B2F20-575C-44C5-AB16-B136B98F5EEB}"/>
              </a:ext>
            </a:extLst>
          </p:cNvPr>
          <p:cNvSpPr>
            <a:spLocks noGrp="1"/>
          </p:cNvSpPr>
          <p:nvPr/>
        </p:nvSpPr>
        <p:spPr>
          <a:xfrm>
            <a:off x="5571173" y="4285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3" name="直接箭头连接符 262"/>
          <p:cNvCxnSpPr>
            <a:stCxn id="51" idx="3"/>
            <a:endCxn id="52" idx="1"/>
          </p:cNvCxnSpPr>
          <p:nvPr/>
        </p:nvCxnSpPr>
        <p:spPr>
          <a:xfrm>
            <a:off x="5096828" y="4286251"/>
            <a:ext cx="47434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54" name="shape-44">
            <a:extLst>
              <a:ext uri="{FF2B5EF4-FFF2-40B4-BE49-F238E27FC236}">
                <a16:creationId xmlns:a16="http://schemas.microsoft.com/office/drawing/2014/main" id="{BA38B79F-1242-4144-B38D-57EECB5CC5A5}"/>
              </a:ext>
            </a:extLst>
          </p:cNvPr>
          <p:cNvSpPr>
            <a:spLocks noGrp="1"/>
          </p:cNvSpPr>
          <p:nvPr/>
        </p:nvSpPr>
        <p:spPr>
          <a:xfrm>
            <a:off x="5571173" y="2732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5" name="shape-45">
            <a:extLst>
              <a:ext uri="{FF2B5EF4-FFF2-40B4-BE49-F238E27FC236}">
                <a16:creationId xmlns:a16="http://schemas.microsoft.com/office/drawing/2014/main" id="{66FB1E43-B7E5-41DA-99C5-ABE10D864C3F}"/>
              </a:ext>
            </a:extLst>
          </p:cNvPr>
          <p:cNvSpPr>
            <a:spLocks noGrp="1"/>
          </p:cNvSpPr>
          <p:nvPr/>
        </p:nvSpPr>
        <p:spPr>
          <a:xfrm>
            <a:off x="5571173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6" name="直接箭头连接符 265"/>
          <p:cNvCxnSpPr>
            <a:stCxn id="54" idx="3"/>
            <a:endCxn id="55" idx="1"/>
          </p:cNvCxnSpPr>
          <p:nvPr/>
        </p:nvCxnSpPr>
        <p:spPr>
          <a:xfrm flipH="1">
            <a:off x="5571173" y="2733676"/>
            <a:ext cx="1905" cy="371475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57" name="shape-46">
            <a:extLst>
              <a:ext uri="{FF2B5EF4-FFF2-40B4-BE49-F238E27FC236}">
                <a16:creationId xmlns:a16="http://schemas.microsoft.com/office/drawing/2014/main" id="{2121C7CD-15A7-40A5-873B-0E2525A49309}"/>
              </a:ext>
            </a:extLst>
          </p:cNvPr>
          <p:cNvSpPr>
            <a:spLocks noGrp="1"/>
          </p:cNvSpPr>
          <p:nvPr/>
        </p:nvSpPr>
        <p:spPr>
          <a:xfrm>
            <a:off x="5571173" y="2732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8" name="shape-47">
            <a:extLst>
              <a:ext uri="{FF2B5EF4-FFF2-40B4-BE49-F238E27FC236}">
                <a16:creationId xmlns:a16="http://schemas.microsoft.com/office/drawing/2014/main" id="{D41CAE67-6CF9-4443-89C1-BAFF273EB346}"/>
              </a:ext>
            </a:extLst>
          </p:cNvPr>
          <p:cNvSpPr>
            <a:spLocks noGrp="1"/>
          </p:cNvSpPr>
          <p:nvPr/>
        </p:nvSpPr>
        <p:spPr>
          <a:xfrm>
            <a:off x="5952173" y="2732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9" name="直接箭头连接符 268"/>
          <p:cNvCxnSpPr>
            <a:stCxn id="57" idx="3"/>
            <a:endCxn id="58" idx="1"/>
          </p:cNvCxnSpPr>
          <p:nvPr/>
        </p:nvCxnSpPr>
        <p:spPr>
          <a:xfrm>
            <a:off x="5573078" y="2733676"/>
            <a:ext cx="3790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60" name="shape-48">
            <a:extLst>
              <a:ext uri="{FF2B5EF4-FFF2-40B4-BE49-F238E27FC236}">
                <a16:creationId xmlns:a16="http://schemas.microsoft.com/office/drawing/2014/main" id="{79AB871C-2621-4D08-B664-5743E25FB79F}"/>
              </a:ext>
            </a:extLst>
          </p:cNvPr>
          <p:cNvSpPr>
            <a:spLocks noGrp="1"/>
          </p:cNvSpPr>
          <p:nvPr/>
        </p:nvSpPr>
        <p:spPr>
          <a:xfrm>
            <a:off x="5953125" y="2381250"/>
            <a:ext cx="1714500" cy="714375"/>
          </a:xfrm>
          <a:prstGeom prst="roundRect">
            <a:avLst>
              <a:gd name="adj" fmla="val 9333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61" name="shape-49">
            <a:extLst>
              <a:ext uri="{FF2B5EF4-FFF2-40B4-BE49-F238E27FC236}">
                <a16:creationId xmlns:a16="http://schemas.microsoft.com/office/drawing/2014/main" id="{D434D097-5728-4C48-9590-C1BC3A04BF8A}"/>
              </a:ext>
            </a:extLst>
          </p:cNvPr>
          <p:cNvSpPr>
            <a:spLocks noGrp="1"/>
          </p:cNvSpPr>
          <p:nvPr/>
        </p:nvSpPr>
        <p:spPr>
          <a:xfrm>
            <a:off x="6048375" y="2466975"/>
            <a:ext cx="152400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F1¹ , F1²</a:t>
            </a:r>
          </a:p>
        </p:txBody>
      </p:sp>
      <p:sp>
        <p:nvSpPr>
          <p:cNvPr id="62" name="shape-50">
            <a:extLst>
              <a:ext uri="{FF2B5EF4-FFF2-40B4-BE49-F238E27FC236}">
                <a16:creationId xmlns:a16="http://schemas.microsoft.com/office/drawing/2014/main" id="{77B8E373-C0EF-4D55-BCA4-7903FE5491EB}"/>
              </a:ext>
            </a:extLst>
          </p:cNvPr>
          <p:cNvSpPr>
            <a:spLocks noGrp="1"/>
          </p:cNvSpPr>
          <p:nvPr/>
        </p:nvSpPr>
        <p:spPr>
          <a:xfrm>
            <a:off x="6048375" y="2724150"/>
            <a:ext cx="15240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64×64×64</a:t>
            </a:r>
          </a:p>
        </p:txBody>
      </p:sp>
      <p:sp>
        <p:nvSpPr>
          <p:cNvPr id="63" name="shape-51">
            <a:extLst>
              <a:ext uri="{FF2B5EF4-FFF2-40B4-BE49-F238E27FC236}">
                <a16:creationId xmlns:a16="http://schemas.microsoft.com/office/drawing/2014/main" id="{2FC53003-DCAD-4931-AC04-17CD959073A0}"/>
              </a:ext>
            </a:extLst>
          </p:cNvPr>
          <p:cNvSpPr>
            <a:spLocks noGrp="1"/>
          </p:cNvSpPr>
          <p:nvPr/>
        </p:nvSpPr>
        <p:spPr>
          <a:xfrm>
            <a:off x="8096250" y="2381250"/>
            <a:ext cx="1714500" cy="714375"/>
          </a:xfrm>
          <a:prstGeom prst="roundRect">
            <a:avLst>
              <a:gd name="adj" fmla="val 9333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64" name="shape-52">
            <a:extLst>
              <a:ext uri="{FF2B5EF4-FFF2-40B4-BE49-F238E27FC236}">
                <a16:creationId xmlns:a16="http://schemas.microsoft.com/office/drawing/2014/main" id="{44225876-BDAB-4D2A-A9F7-B3F0643CEE9D}"/>
              </a:ext>
            </a:extLst>
          </p:cNvPr>
          <p:cNvSpPr>
            <a:spLocks noGrp="1"/>
          </p:cNvSpPr>
          <p:nvPr/>
        </p:nvSpPr>
        <p:spPr>
          <a:xfrm>
            <a:off x="8191500" y="2466975"/>
            <a:ext cx="152400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EAOM 1</a:t>
            </a:r>
          </a:p>
        </p:txBody>
      </p:sp>
      <p:sp>
        <p:nvSpPr>
          <p:cNvPr id="65" name="shape-53">
            <a:extLst>
              <a:ext uri="{FF2B5EF4-FFF2-40B4-BE49-F238E27FC236}">
                <a16:creationId xmlns:a16="http://schemas.microsoft.com/office/drawing/2014/main" id="{35AD23B2-77B4-426C-A4F8-FC2C3E5FB473}"/>
              </a:ext>
            </a:extLst>
          </p:cNvPr>
          <p:cNvSpPr>
            <a:spLocks noGrp="1"/>
          </p:cNvSpPr>
          <p:nvPr/>
        </p:nvSpPr>
        <p:spPr>
          <a:xfrm>
            <a:off x="8191500" y="2724150"/>
            <a:ext cx="15240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d1</a:t>
            </a:r>
          </a:p>
        </p:txBody>
      </p:sp>
      <p:sp>
        <p:nvSpPr>
          <p:cNvPr id="66" name="shape-54">
            <a:extLst>
              <a:ext uri="{FF2B5EF4-FFF2-40B4-BE49-F238E27FC236}">
                <a16:creationId xmlns:a16="http://schemas.microsoft.com/office/drawing/2014/main" id="{D5527D19-2D43-4BD8-9E3B-5C2F98121902}"/>
              </a:ext>
            </a:extLst>
          </p:cNvPr>
          <p:cNvSpPr>
            <a:spLocks noGrp="1"/>
          </p:cNvSpPr>
          <p:nvPr/>
        </p:nvSpPr>
        <p:spPr>
          <a:xfrm>
            <a:off x="7666673" y="2732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7" name="shape-55">
            <a:extLst>
              <a:ext uri="{FF2B5EF4-FFF2-40B4-BE49-F238E27FC236}">
                <a16:creationId xmlns:a16="http://schemas.microsoft.com/office/drawing/2014/main" id="{827A88A4-2F4C-4C31-A9BC-39351484D8EF}"/>
              </a:ext>
            </a:extLst>
          </p:cNvPr>
          <p:cNvSpPr>
            <a:spLocks noGrp="1"/>
          </p:cNvSpPr>
          <p:nvPr/>
        </p:nvSpPr>
        <p:spPr>
          <a:xfrm>
            <a:off x="8095298" y="2732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78" name="直接箭头连接符 277"/>
          <p:cNvCxnSpPr>
            <a:stCxn id="66" idx="3"/>
            <a:endCxn id="67" idx="1"/>
          </p:cNvCxnSpPr>
          <p:nvPr/>
        </p:nvCxnSpPr>
        <p:spPr>
          <a:xfrm>
            <a:off x="7668578" y="2733676"/>
            <a:ext cx="42672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69" name="shape-56">
            <a:extLst>
              <a:ext uri="{FF2B5EF4-FFF2-40B4-BE49-F238E27FC236}">
                <a16:creationId xmlns:a16="http://schemas.microsoft.com/office/drawing/2014/main" id="{7689614F-CBDA-4EAB-9A32-68BCB1D092DE}"/>
              </a:ext>
            </a:extLst>
          </p:cNvPr>
          <p:cNvSpPr>
            <a:spLocks noGrp="1"/>
          </p:cNvSpPr>
          <p:nvPr/>
        </p:nvSpPr>
        <p:spPr>
          <a:xfrm>
            <a:off x="10668000" y="2381250"/>
            <a:ext cx="1476375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70" name="shape-57">
            <a:extLst>
              <a:ext uri="{FF2B5EF4-FFF2-40B4-BE49-F238E27FC236}">
                <a16:creationId xmlns:a16="http://schemas.microsoft.com/office/drawing/2014/main" id="{90825EF7-0A3F-4C3A-87B6-9244E7557BC1}"/>
              </a:ext>
            </a:extLst>
          </p:cNvPr>
          <p:cNvSpPr>
            <a:spLocks noGrp="1"/>
          </p:cNvSpPr>
          <p:nvPr/>
        </p:nvSpPr>
        <p:spPr>
          <a:xfrm>
            <a:off x="10763250" y="2466975"/>
            <a:ext cx="1285875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RepDW 1</a:t>
            </a:r>
          </a:p>
        </p:txBody>
      </p:sp>
      <p:sp>
        <p:nvSpPr>
          <p:cNvPr id="71" name="shape-58">
            <a:extLst>
              <a:ext uri="{FF2B5EF4-FFF2-40B4-BE49-F238E27FC236}">
                <a16:creationId xmlns:a16="http://schemas.microsoft.com/office/drawing/2014/main" id="{21258781-A765-4A96-B3AB-429C752A8703}"/>
              </a:ext>
            </a:extLst>
          </p:cNvPr>
          <p:cNvSpPr>
            <a:spLocks noGrp="1"/>
          </p:cNvSpPr>
          <p:nvPr/>
        </p:nvSpPr>
        <p:spPr>
          <a:xfrm>
            <a:off x="10763250" y="2724150"/>
            <a:ext cx="1285875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z1</a:t>
            </a:r>
          </a:p>
        </p:txBody>
      </p:sp>
      <p:sp>
        <p:nvSpPr>
          <p:cNvPr id="72" name="shape-59">
            <a:extLst>
              <a:ext uri="{FF2B5EF4-FFF2-40B4-BE49-F238E27FC236}">
                <a16:creationId xmlns:a16="http://schemas.microsoft.com/office/drawing/2014/main" id="{7AD0B588-8B4C-4369-B69C-088083E04EE2}"/>
              </a:ext>
            </a:extLst>
          </p:cNvPr>
          <p:cNvSpPr>
            <a:spLocks noGrp="1"/>
          </p:cNvSpPr>
          <p:nvPr/>
        </p:nvSpPr>
        <p:spPr>
          <a:xfrm>
            <a:off x="9809798" y="2732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3" name="shape-60">
            <a:extLst>
              <a:ext uri="{FF2B5EF4-FFF2-40B4-BE49-F238E27FC236}">
                <a16:creationId xmlns:a16="http://schemas.microsoft.com/office/drawing/2014/main" id="{EB6F4752-F457-420E-A5BD-0D2D89DC376C}"/>
              </a:ext>
            </a:extLst>
          </p:cNvPr>
          <p:cNvSpPr>
            <a:spLocks noGrp="1"/>
          </p:cNvSpPr>
          <p:nvPr/>
        </p:nvSpPr>
        <p:spPr>
          <a:xfrm>
            <a:off x="10066973" y="2732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84" name="直接箭头连接符 283"/>
          <p:cNvCxnSpPr>
            <a:stCxn id="72" idx="3"/>
            <a:endCxn id="73" idx="1"/>
          </p:cNvCxnSpPr>
          <p:nvPr/>
        </p:nvCxnSpPr>
        <p:spPr>
          <a:xfrm>
            <a:off x="9811703" y="2733676"/>
            <a:ext cx="25527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75" name="椭圆 74">
            <a:extLst>
              <a:ext uri="{FF2B5EF4-FFF2-40B4-BE49-F238E27FC236}">
                <a16:creationId xmlns:a16="http://schemas.microsoft.com/office/drawing/2014/main" id="{57206B9E-F4CC-4A50-B5B1-1B1DDC549B45}"/>
              </a:ext>
            </a:extLst>
          </p:cNvPr>
          <p:cNvSpPr>
            <a:spLocks noGrp="1"/>
          </p:cNvSpPr>
          <p:nvPr/>
        </p:nvSpPr>
        <p:spPr>
          <a:xfrm>
            <a:off x="10086975" y="2533650"/>
            <a:ext cx="400050" cy="4000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358AD"/>
            </a:solidFill>
          </a:ln>
        </p:spPr>
      </p:sp>
      <p:sp>
        <p:nvSpPr>
          <p:cNvPr id="76" name="shape-61">
            <a:extLst>
              <a:ext uri="{FF2B5EF4-FFF2-40B4-BE49-F238E27FC236}">
                <a16:creationId xmlns:a16="http://schemas.microsoft.com/office/drawing/2014/main" id="{555C8A28-3F3B-40BA-BA95-A8EF6089A181}"/>
              </a:ext>
            </a:extLst>
          </p:cNvPr>
          <p:cNvSpPr>
            <a:spLocks noGrp="1"/>
          </p:cNvSpPr>
          <p:nvPr/>
        </p:nvSpPr>
        <p:spPr>
          <a:xfrm>
            <a:off x="10086975" y="25336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+</a:t>
            </a:r>
          </a:p>
        </p:txBody>
      </p:sp>
      <p:sp>
        <p:nvSpPr>
          <p:cNvPr id="77" name="shape-62">
            <a:extLst>
              <a:ext uri="{FF2B5EF4-FFF2-40B4-BE49-F238E27FC236}">
                <a16:creationId xmlns:a16="http://schemas.microsoft.com/office/drawing/2014/main" id="{BBE8CA4A-EA91-48B3-8E92-BEAAEA172A66}"/>
              </a:ext>
            </a:extLst>
          </p:cNvPr>
          <p:cNvSpPr>
            <a:spLocks noGrp="1"/>
          </p:cNvSpPr>
          <p:nvPr/>
        </p:nvSpPr>
        <p:spPr>
          <a:xfrm>
            <a:off x="10486073" y="2732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8" name="shape-63">
            <a:extLst>
              <a:ext uri="{FF2B5EF4-FFF2-40B4-BE49-F238E27FC236}">
                <a16:creationId xmlns:a16="http://schemas.microsoft.com/office/drawing/2014/main" id="{E7EFCC90-0677-4995-9A94-E7A3B23AB11D}"/>
              </a:ext>
            </a:extLst>
          </p:cNvPr>
          <p:cNvSpPr>
            <a:spLocks noGrp="1"/>
          </p:cNvSpPr>
          <p:nvPr/>
        </p:nvSpPr>
        <p:spPr>
          <a:xfrm>
            <a:off x="10667048" y="2732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89" name="直接箭头连接符 288"/>
          <p:cNvCxnSpPr>
            <a:stCxn id="77" idx="3"/>
            <a:endCxn id="78" idx="1"/>
          </p:cNvCxnSpPr>
          <p:nvPr/>
        </p:nvCxnSpPr>
        <p:spPr>
          <a:xfrm>
            <a:off x="10487978" y="2733676"/>
            <a:ext cx="17907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80" name="shape-64">
            <a:extLst>
              <a:ext uri="{FF2B5EF4-FFF2-40B4-BE49-F238E27FC236}">
                <a16:creationId xmlns:a16="http://schemas.microsoft.com/office/drawing/2014/main" id="{6D60931F-46E8-4169-934A-1F7942CA5DC8}"/>
              </a:ext>
            </a:extLst>
          </p:cNvPr>
          <p:cNvSpPr>
            <a:spLocks noGrp="1"/>
          </p:cNvSpPr>
          <p:nvPr/>
        </p:nvSpPr>
        <p:spPr>
          <a:xfrm>
            <a:off x="5571173" y="3970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1" name="shape-65">
            <a:extLst>
              <a:ext uri="{FF2B5EF4-FFF2-40B4-BE49-F238E27FC236}">
                <a16:creationId xmlns:a16="http://schemas.microsoft.com/office/drawing/2014/main" id="{8BCC1611-9304-4B66-8550-F711DD470272}"/>
              </a:ext>
            </a:extLst>
          </p:cNvPr>
          <p:cNvSpPr>
            <a:spLocks noGrp="1"/>
          </p:cNvSpPr>
          <p:nvPr/>
        </p:nvSpPr>
        <p:spPr>
          <a:xfrm>
            <a:off x="5952173" y="3970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92" name="直接箭头连接符 291"/>
          <p:cNvCxnSpPr>
            <a:stCxn id="80" idx="3"/>
            <a:endCxn id="81" idx="1"/>
          </p:cNvCxnSpPr>
          <p:nvPr/>
        </p:nvCxnSpPr>
        <p:spPr>
          <a:xfrm>
            <a:off x="5573078" y="3971926"/>
            <a:ext cx="3790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83" name="shape-66">
            <a:extLst>
              <a:ext uri="{FF2B5EF4-FFF2-40B4-BE49-F238E27FC236}">
                <a16:creationId xmlns:a16="http://schemas.microsoft.com/office/drawing/2014/main" id="{5607DA8D-CE5C-4F83-9A8D-5438B24B3094}"/>
              </a:ext>
            </a:extLst>
          </p:cNvPr>
          <p:cNvSpPr>
            <a:spLocks noGrp="1"/>
          </p:cNvSpPr>
          <p:nvPr/>
        </p:nvSpPr>
        <p:spPr>
          <a:xfrm>
            <a:off x="5953125" y="3619500"/>
            <a:ext cx="1714500" cy="714375"/>
          </a:xfrm>
          <a:prstGeom prst="roundRect">
            <a:avLst>
              <a:gd name="adj" fmla="val 9333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84" name="shape-67">
            <a:extLst>
              <a:ext uri="{FF2B5EF4-FFF2-40B4-BE49-F238E27FC236}">
                <a16:creationId xmlns:a16="http://schemas.microsoft.com/office/drawing/2014/main" id="{4D3E3930-AC33-4278-8C82-978E47108B1B}"/>
              </a:ext>
            </a:extLst>
          </p:cNvPr>
          <p:cNvSpPr>
            <a:spLocks noGrp="1"/>
          </p:cNvSpPr>
          <p:nvPr/>
        </p:nvSpPr>
        <p:spPr>
          <a:xfrm>
            <a:off x="6048375" y="3705225"/>
            <a:ext cx="152400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F2¹ , F2²</a:t>
            </a:r>
          </a:p>
        </p:txBody>
      </p:sp>
      <p:sp>
        <p:nvSpPr>
          <p:cNvPr id="85" name="shape-68">
            <a:extLst>
              <a:ext uri="{FF2B5EF4-FFF2-40B4-BE49-F238E27FC236}">
                <a16:creationId xmlns:a16="http://schemas.microsoft.com/office/drawing/2014/main" id="{D0A99D15-2ADD-4328-8E7D-3B151B33FA8F}"/>
              </a:ext>
            </a:extLst>
          </p:cNvPr>
          <p:cNvSpPr>
            <a:spLocks noGrp="1"/>
          </p:cNvSpPr>
          <p:nvPr/>
        </p:nvSpPr>
        <p:spPr>
          <a:xfrm>
            <a:off x="6048375" y="3962400"/>
            <a:ext cx="15240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64×32×32</a:t>
            </a:r>
          </a:p>
        </p:txBody>
      </p:sp>
      <p:sp>
        <p:nvSpPr>
          <p:cNvPr id="86" name="shape-69">
            <a:extLst>
              <a:ext uri="{FF2B5EF4-FFF2-40B4-BE49-F238E27FC236}">
                <a16:creationId xmlns:a16="http://schemas.microsoft.com/office/drawing/2014/main" id="{E1CB1766-6B55-47D7-B1A3-5A4547F5F872}"/>
              </a:ext>
            </a:extLst>
          </p:cNvPr>
          <p:cNvSpPr>
            <a:spLocks noGrp="1"/>
          </p:cNvSpPr>
          <p:nvPr/>
        </p:nvSpPr>
        <p:spPr>
          <a:xfrm>
            <a:off x="8096250" y="3619500"/>
            <a:ext cx="1714500" cy="714375"/>
          </a:xfrm>
          <a:prstGeom prst="roundRect">
            <a:avLst>
              <a:gd name="adj" fmla="val 9333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87" name="shape-70">
            <a:extLst>
              <a:ext uri="{FF2B5EF4-FFF2-40B4-BE49-F238E27FC236}">
                <a16:creationId xmlns:a16="http://schemas.microsoft.com/office/drawing/2014/main" id="{2143E059-6E3E-4B1C-B962-8C6B3DF4DA8B}"/>
              </a:ext>
            </a:extLst>
          </p:cNvPr>
          <p:cNvSpPr>
            <a:spLocks noGrp="1"/>
          </p:cNvSpPr>
          <p:nvPr/>
        </p:nvSpPr>
        <p:spPr>
          <a:xfrm>
            <a:off x="8191500" y="3705225"/>
            <a:ext cx="152400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EAOM 2</a:t>
            </a:r>
          </a:p>
        </p:txBody>
      </p:sp>
      <p:sp>
        <p:nvSpPr>
          <p:cNvPr id="88" name="shape-71">
            <a:extLst>
              <a:ext uri="{FF2B5EF4-FFF2-40B4-BE49-F238E27FC236}">
                <a16:creationId xmlns:a16="http://schemas.microsoft.com/office/drawing/2014/main" id="{6AA24742-C702-4295-87D9-3BB3829401D0}"/>
              </a:ext>
            </a:extLst>
          </p:cNvPr>
          <p:cNvSpPr>
            <a:spLocks noGrp="1"/>
          </p:cNvSpPr>
          <p:nvPr/>
        </p:nvSpPr>
        <p:spPr>
          <a:xfrm>
            <a:off x="8191500" y="3962400"/>
            <a:ext cx="15240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d2</a:t>
            </a:r>
          </a:p>
        </p:txBody>
      </p:sp>
      <p:sp>
        <p:nvSpPr>
          <p:cNvPr id="89" name="shape-72">
            <a:extLst>
              <a:ext uri="{FF2B5EF4-FFF2-40B4-BE49-F238E27FC236}">
                <a16:creationId xmlns:a16="http://schemas.microsoft.com/office/drawing/2014/main" id="{58976AC5-0D7D-462B-8F47-36AF39E51560}"/>
              </a:ext>
            </a:extLst>
          </p:cNvPr>
          <p:cNvSpPr>
            <a:spLocks noGrp="1"/>
          </p:cNvSpPr>
          <p:nvPr/>
        </p:nvSpPr>
        <p:spPr>
          <a:xfrm>
            <a:off x="7666673" y="3970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0" name="shape-73">
            <a:extLst>
              <a:ext uri="{FF2B5EF4-FFF2-40B4-BE49-F238E27FC236}">
                <a16:creationId xmlns:a16="http://schemas.microsoft.com/office/drawing/2014/main" id="{1E8BAB66-BC3F-4C9B-962B-BF5CEE60A254}"/>
              </a:ext>
            </a:extLst>
          </p:cNvPr>
          <p:cNvSpPr>
            <a:spLocks noGrp="1"/>
          </p:cNvSpPr>
          <p:nvPr/>
        </p:nvSpPr>
        <p:spPr>
          <a:xfrm>
            <a:off x="8095298" y="3970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01" name="直接箭头连接符 300"/>
          <p:cNvCxnSpPr>
            <a:stCxn id="89" idx="3"/>
            <a:endCxn id="90" idx="1"/>
          </p:cNvCxnSpPr>
          <p:nvPr/>
        </p:nvCxnSpPr>
        <p:spPr>
          <a:xfrm>
            <a:off x="7668578" y="3971926"/>
            <a:ext cx="42672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92" name="shape-74">
            <a:extLst>
              <a:ext uri="{FF2B5EF4-FFF2-40B4-BE49-F238E27FC236}">
                <a16:creationId xmlns:a16="http://schemas.microsoft.com/office/drawing/2014/main" id="{8E3555B0-22F0-4FBF-B135-6887F1D71249}"/>
              </a:ext>
            </a:extLst>
          </p:cNvPr>
          <p:cNvSpPr>
            <a:spLocks noGrp="1"/>
          </p:cNvSpPr>
          <p:nvPr/>
        </p:nvSpPr>
        <p:spPr>
          <a:xfrm>
            <a:off x="10668000" y="3619500"/>
            <a:ext cx="1476375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93" name="shape-75">
            <a:extLst>
              <a:ext uri="{FF2B5EF4-FFF2-40B4-BE49-F238E27FC236}">
                <a16:creationId xmlns:a16="http://schemas.microsoft.com/office/drawing/2014/main" id="{AD10E7AE-2BE5-41F3-91CF-6680A7D8DD4E}"/>
              </a:ext>
            </a:extLst>
          </p:cNvPr>
          <p:cNvSpPr>
            <a:spLocks noGrp="1"/>
          </p:cNvSpPr>
          <p:nvPr/>
        </p:nvSpPr>
        <p:spPr>
          <a:xfrm>
            <a:off x="10763250" y="3705225"/>
            <a:ext cx="1285875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RepDW 2</a:t>
            </a:r>
          </a:p>
        </p:txBody>
      </p:sp>
      <p:sp>
        <p:nvSpPr>
          <p:cNvPr id="94" name="shape-76">
            <a:extLst>
              <a:ext uri="{FF2B5EF4-FFF2-40B4-BE49-F238E27FC236}">
                <a16:creationId xmlns:a16="http://schemas.microsoft.com/office/drawing/2014/main" id="{B8B67E6E-22B0-44B9-BB81-6B6F099C046A}"/>
              </a:ext>
            </a:extLst>
          </p:cNvPr>
          <p:cNvSpPr>
            <a:spLocks noGrp="1"/>
          </p:cNvSpPr>
          <p:nvPr/>
        </p:nvSpPr>
        <p:spPr>
          <a:xfrm>
            <a:off x="10763250" y="3962400"/>
            <a:ext cx="1285875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z2</a:t>
            </a:r>
          </a:p>
        </p:txBody>
      </p:sp>
      <p:sp>
        <p:nvSpPr>
          <p:cNvPr id="95" name="shape-77">
            <a:extLst>
              <a:ext uri="{FF2B5EF4-FFF2-40B4-BE49-F238E27FC236}">
                <a16:creationId xmlns:a16="http://schemas.microsoft.com/office/drawing/2014/main" id="{89F73B09-B918-4033-9B5F-A136F72B1392}"/>
              </a:ext>
            </a:extLst>
          </p:cNvPr>
          <p:cNvSpPr>
            <a:spLocks noGrp="1"/>
          </p:cNvSpPr>
          <p:nvPr/>
        </p:nvSpPr>
        <p:spPr>
          <a:xfrm>
            <a:off x="9809798" y="3970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6" name="shape-78">
            <a:extLst>
              <a:ext uri="{FF2B5EF4-FFF2-40B4-BE49-F238E27FC236}">
                <a16:creationId xmlns:a16="http://schemas.microsoft.com/office/drawing/2014/main" id="{A13020BB-C82C-4E86-8E26-E26EC0BF45B3}"/>
              </a:ext>
            </a:extLst>
          </p:cNvPr>
          <p:cNvSpPr>
            <a:spLocks noGrp="1"/>
          </p:cNvSpPr>
          <p:nvPr/>
        </p:nvSpPr>
        <p:spPr>
          <a:xfrm>
            <a:off x="10066973" y="3970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07" name="直接箭头连接符 306"/>
          <p:cNvCxnSpPr>
            <a:stCxn id="95" idx="3"/>
            <a:endCxn id="96" idx="1"/>
          </p:cNvCxnSpPr>
          <p:nvPr/>
        </p:nvCxnSpPr>
        <p:spPr>
          <a:xfrm>
            <a:off x="9811703" y="3971926"/>
            <a:ext cx="25527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98" name="椭圆 97">
            <a:extLst>
              <a:ext uri="{FF2B5EF4-FFF2-40B4-BE49-F238E27FC236}">
                <a16:creationId xmlns:a16="http://schemas.microsoft.com/office/drawing/2014/main" id="{0EC04E9C-F353-46B5-8A04-945415DA47A9}"/>
              </a:ext>
            </a:extLst>
          </p:cNvPr>
          <p:cNvSpPr>
            <a:spLocks noGrp="1"/>
          </p:cNvSpPr>
          <p:nvPr/>
        </p:nvSpPr>
        <p:spPr>
          <a:xfrm>
            <a:off x="10086975" y="3771900"/>
            <a:ext cx="400050" cy="4000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358AD"/>
            </a:solidFill>
          </a:ln>
        </p:spPr>
      </p:sp>
      <p:sp>
        <p:nvSpPr>
          <p:cNvPr id="99" name="shape-79">
            <a:extLst>
              <a:ext uri="{FF2B5EF4-FFF2-40B4-BE49-F238E27FC236}">
                <a16:creationId xmlns:a16="http://schemas.microsoft.com/office/drawing/2014/main" id="{EE84FC1B-B939-44AC-B6AF-964EF896A958}"/>
              </a:ext>
            </a:extLst>
          </p:cNvPr>
          <p:cNvSpPr>
            <a:spLocks noGrp="1"/>
          </p:cNvSpPr>
          <p:nvPr/>
        </p:nvSpPr>
        <p:spPr>
          <a:xfrm>
            <a:off x="10086975" y="37719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+</a:t>
            </a:r>
          </a:p>
        </p:txBody>
      </p:sp>
      <p:sp>
        <p:nvSpPr>
          <p:cNvPr id="100" name="shape-80">
            <a:extLst>
              <a:ext uri="{FF2B5EF4-FFF2-40B4-BE49-F238E27FC236}">
                <a16:creationId xmlns:a16="http://schemas.microsoft.com/office/drawing/2014/main" id="{FA40466F-51FB-4C03-BCB7-0D5ABC709CD6}"/>
              </a:ext>
            </a:extLst>
          </p:cNvPr>
          <p:cNvSpPr>
            <a:spLocks noGrp="1"/>
          </p:cNvSpPr>
          <p:nvPr/>
        </p:nvSpPr>
        <p:spPr>
          <a:xfrm>
            <a:off x="10486073" y="3970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1" name="shape-81">
            <a:extLst>
              <a:ext uri="{FF2B5EF4-FFF2-40B4-BE49-F238E27FC236}">
                <a16:creationId xmlns:a16="http://schemas.microsoft.com/office/drawing/2014/main" id="{0862D95B-9DB4-4D6E-8EC7-4995EE48B055}"/>
              </a:ext>
            </a:extLst>
          </p:cNvPr>
          <p:cNvSpPr>
            <a:spLocks noGrp="1"/>
          </p:cNvSpPr>
          <p:nvPr/>
        </p:nvSpPr>
        <p:spPr>
          <a:xfrm>
            <a:off x="10667048" y="3970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12" name="直接箭头连接符 311"/>
          <p:cNvCxnSpPr>
            <a:stCxn id="100" idx="3"/>
            <a:endCxn id="101" idx="1"/>
          </p:cNvCxnSpPr>
          <p:nvPr/>
        </p:nvCxnSpPr>
        <p:spPr>
          <a:xfrm>
            <a:off x="10487978" y="3971926"/>
            <a:ext cx="17907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03" name="shape-82">
            <a:extLst>
              <a:ext uri="{FF2B5EF4-FFF2-40B4-BE49-F238E27FC236}">
                <a16:creationId xmlns:a16="http://schemas.microsoft.com/office/drawing/2014/main" id="{D14830FA-9090-4094-AB27-4C4B5C3360AA}"/>
              </a:ext>
            </a:extLst>
          </p:cNvPr>
          <p:cNvSpPr>
            <a:spLocks noGrp="1"/>
          </p:cNvSpPr>
          <p:nvPr/>
        </p:nvSpPr>
        <p:spPr>
          <a:xfrm>
            <a:off x="11400473" y="3618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4" name="shape-83">
            <a:extLst>
              <a:ext uri="{FF2B5EF4-FFF2-40B4-BE49-F238E27FC236}">
                <a16:creationId xmlns:a16="http://schemas.microsoft.com/office/drawing/2014/main" id="{48CD61E3-2C6E-4AF4-B9B2-348AE2A0286D}"/>
              </a:ext>
            </a:extLst>
          </p:cNvPr>
          <p:cNvSpPr>
            <a:spLocks noGrp="1"/>
          </p:cNvSpPr>
          <p:nvPr/>
        </p:nvSpPr>
        <p:spPr>
          <a:xfrm>
            <a:off x="11400473" y="338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15" name="直接箭头连接符 314"/>
          <p:cNvCxnSpPr>
            <a:stCxn id="103" idx="3"/>
            <a:endCxn id="104" idx="1"/>
          </p:cNvCxnSpPr>
          <p:nvPr/>
        </p:nvCxnSpPr>
        <p:spPr>
          <a:xfrm flipH="1" flipV="1">
            <a:off x="11400473" y="3381376"/>
            <a:ext cx="1905" cy="23812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106" name="shape-84">
            <a:extLst>
              <a:ext uri="{FF2B5EF4-FFF2-40B4-BE49-F238E27FC236}">
                <a16:creationId xmlns:a16="http://schemas.microsoft.com/office/drawing/2014/main" id="{5D5A2DE2-001D-4BD3-B62B-7CC8037C72E5}"/>
              </a:ext>
            </a:extLst>
          </p:cNvPr>
          <p:cNvSpPr>
            <a:spLocks noGrp="1"/>
          </p:cNvSpPr>
          <p:nvPr/>
        </p:nvSpPr>
        <p:spPr>
          <a:xfrm>
            <a:off x="11400473" y="338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7" name="shape-85">
            <a:extLst>
              <a:ext uri="{FF2B5EF4-FFF2-40B4-BE49-F238E27FC236}">
                <a16:creationId xmlns:a16="http://schemas.microsoft.com/office/drawing/2014/main" id="{BC33C71F-DCB2-4EB0-B542-C0466B941998}"/>
              </a:ext>
            </a:extLst>
          </p:cNvPr>
          <p:cNvSpPr>
            <a:spLocks noGrp="1"/>
          </p:cNvSpPr>
          <p:nvPr/>
        </p:nvSpPr>
        <p:spPr>
          <a:xfrm>
            <a:off x="10286048" y="338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18" name="直接箭头连接符 317"/>
          <p:cNvCxnSpPr>
            <a:stCxn id="106" idx="3"/>
            <a:endCxn id="107" idx="1"/>
          </p:cNvCxnSpPr>
          <p:nvPr/>
        </p:nvCxnSpPr>
        <p:spPr>
          <a:xfrm flipH="1">
            <a:off x="10286048" y="3381376"/>
            <a:ext cx="111633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109" name="shape-86">
            <a:extLst>
              <a:ext uri="{FF2B5EF4-FFF2-40B4-BE49-F238E27FC236}">
                <a16:creationId xmlns:a16="http://schemas.microsoft.com/office/drawing/2014/main" id="{6DE21C46-7B8D-41DA-96F4-5A2D1F60D4D9}"/>
              </a:ext>
            </a:extLst>
          </p:cNvPr>
          <p:cNvSpPr>
            <a:spLocks noGrp="1"/>
          </p:cNvSpPr>
          <p:nvPr/>
        </p:nvSpPr>
        <p:spPr>
          <a:xfrm>
            <a:off x="10286048" y="338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0" name="shape-87">
            <a:extLst>
              <a:ext uri="{FF2B5EF4-FFF2-40B4-BE49-F238E27FC236}">
                <a16:creationId xmlns:a16="http://schemas.microsoft.com/office/drawing/2014/main" id="{1B342EAB-F534-426C-8204-75458AF828B2}"/>
              </a:ext>
            </a:extLst>
          </p:cNvPr>
          <p:cNvSpPr>
            <a:spLocks noGrp="1"/>
          </p:cNvSpPr>
          <p:nvPr/>
        </p:nvSpPr>
        <p:spPr>
          <a:xfrm>
            <a:off x="10286048" y="29422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21" name="直接箭头连接符 320"/>
          <p:cNvCxnSpPr>
            <a:stCxn id="109" idx="3"/>
            <a:endCxn id="110" idx="1"/>
          </p:cNvCxnSpPr>
          <p:nvPr/>
        </p:nvCxnSpPr>
        <p:spPr>
          <a:xfrm flipH="1" flipV="1">
            <a:off x="10286048" y="2943226"/>
            <a:ext cx="1905" cy="43815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12" name="shape-88">
            <a:extLst>
              <a:ext uri="{FF2B5EF4-FFF2-40B4-BE49-F238E27FC236}">
                <a16:creationId xmlns:a16="http://schemas.microsoft.com/office/drawing/2014/main" id="{244026CE-AF03-46BF-960D-71602A72E658}"/>
              </a:ext>
            </a:extLst>
          </p:cNvPr>
          <p:cNvSpPr>
            <a:spLocks noGrp="1"/>
          </p:cNvSpPr>
          <p:nvPr/>
        </p:nvSpPr>
        <p:spPr>
          <a:xfrm>
            <a:off x="10858500" y="30956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↑2</a:t>
            </a:r>
          </a:p>
        </p:txBody>
      </p:sp>
      <p:sp>
        <p:nvSpPr>
          <p:cNvPr id="113" name="shape-89">
            <a:extLst>
              <a:ext uri="{FF2B5EF4-FFF2-40B4-BE49-F238E27FC236}">
                <a16:creationId xmlns:a16="http://schemas.microsoft.com/office/drawing/2014/main" id="{1CDBADB4-8F79-4B7E-B388-9E0A703DE2E6}"/>
              </a:ext>
            </a:extLst>
          </p:cNvPr>
          <p:cNvSpPr>
            <a:spLocks noGrp="1"/>
          </p:cNvSpPr>
          <p:nvPr/>
        </p:nvSpPr>
        <p:spPr>
          <a:xfrm>
            <a:off x="5571173" y="5209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4" name="shape-90">
            <a:extLst>
              <a:ext uri="{FF2B5EF4-FFF2-40B4-BE49-F238E27FC236}">
                <a16:creationId xmlns:a16="http://schemas.microsoft.com/office/drawing/2014/main" id="{64F6EA90-0394-446E-96F2-700EEC30CBBA}"/>
              </a:ext>
            </a:extLst>
          </p:cNvPr>
          <p:cNvSpPr>
            <a:spLocks noGrp="1"/>
          </p:cNvSpPr>
          <p:nvPr/>
        </p:nvSpPr>
        <p:spPr>
          <a:xfrm>
            <a:off x="5952173" y="5209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25" name="直接箭头连接符 324"/>
          <p:cNvCxnSpPr>
            <a:stCxn id="113" idx="3"/>
            <a:endCxn id="114" idx="1"/>
          </p:cNvCxnSpPr>
          <p:nvPr/>
        </p:nvCxnSpPr>
        <p:spPr>
          <a:xfrm>
            <a:off x="5573078" y="5210176"/>
            <a:ext cx="3790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116" name="shape-91">
            <a:extLst>
              <a:ext uri="{FF2B5EF4-FFF2-40B4-BE49-F238E27FC236}">
                <a16:creationId xmlns:a16="http://schemas.microsoft.com/office/drawing/2014/main" id="{85604FF1-6CB3-4D57-B8FA-CEFC4E6F342F}"/>
              </a:ext>
            </a:extLst>
          </p:cNvPr>
          <p:cNvSpPr>
            <a:spLocks noGrp="1"/>
          </p:cNvSpPr>
          <p:nvPr/>
        </p:nvSpPr>
        <p:spPr>
          <a:xfrm>
            <a:off x="5953125" y="4857750"/>
            <a:ext cx="1714500" cy="714375"/>
          </a:xfrm>
          <a:prstGeom prst="roundRect">
            <a:avLst>
              <a:gd name="adj" fmla="val 9333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117" name="shape-92">
            <a:extLst>
              <a:ext uri="{FF2B5EF4-FFF2-40B4-BE49-F238E27FC236}">
                <a16:creationId xmlns:a16="http://schemas.microsoft.com/office/drawing/2014/main" id="{F76B806F-4DFF-40C7-91B1-EF29E6F5777F}"/>
              </a:ext>
            </a:extLst>
          </p:cNvPr>
          <p:cNvSpPr>
            <a:spLocks noGrp="1"/>
          </p:cNvSpPr>
          <p:nvPr/>
        </p:nvSpPr>
        <p:spPr>
          <a:xfrm>
            <a:off x="6048375" y="4943475"/>
            <a:ext cx="152400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F3¹ , F3²</a:t>
            </a:r>
          </a:p>
        </p:txBody>
      </p:sp>
      <p:sp>
        <p:nvSpPr>
          <p:cNvPr id="118" name="shape-93">
            <a:extLst>
              <a:ext uri="{FF2B5EF4-FFF2-40B4-BE49-F238E27FC236}">
                <a16:creationId xmlns:a16="http://schemas.microsoft.com/office/drawing/2014/main" id="{295DFDE1-35EF-4577-876E-1F763CB02FD7}"/>
              </a:ext>
            </a:extLst>
          </p:cNvPr>
          <p:cNvSpPr>
            <a:spLocks noGrp="1"/>
          </p:cNvSpPr>
          <p:nvPr/>
        </p:nvSpPr>
        <p:spPr>
          <a:xfrm>
            <a:off x="6048375" y="5200650"/>
            <a:ext cx="15240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64×16×16</a:t>
            </a:r>
          </a:p>
        </p:txBody>
      </p:sp>
      <p:sp>
        <p:nvSpPr>
          <p:cNvPr id="119" name="shape-94">
            <a:extLst>
              <a:ext uri="{FF2B5EF4-FFF2-40B4-BE49-F238E27FC236}">
                <a16:creationId xmlns:a16="http://schemas.microsoft.com/office/drawing/2014/main" id="{A06A12AA-41F9-4CC6-9C0C-157B0E2783A0}"/>
              </a:ext>
            </a:extLst>
          </p:cNvPr>
          <p:cNvSpPr>
            <a:spLocks noGrp="1"/>
          </p:cNvSpPr>
          <p:nvPr/>
        </p:nvSpPr>
        <p:spPr>
          <a:xfrm>
            <a:off x="8096250" y="4857750"/>
            <a:ext cx="1714500" cy="714375"/>
          </a:xfrm>
          <a:prstGeom prst="roundRect">
            <a:avLst>
              <a:gd name="adj" fmla="val 9333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120" name="shape-95">
            <a:extLst>
              <a:ext uri="{FF2B5EF4-FFF2-40B4-BE49-F238E27FC236}">
                <a16:creationId xmlns:a16="http://schemas.microsoft.com/office/drawing/2014/main" id="{21B55442-12BF-4709-853D-1580736EA04E}"/>
              </a:ext>
            </a:extLst>
          </p:cNvPr>
          <p:cNvSpPr>
            <a:spLocks noGrp="1"/>
          </p:cNvSpPr>
          <p:nvPr/>
        </p:nvSpPr>
        <p:spPr>
          <a:xfrm>
            <a:off x="8191500" y="4943475"/>
            <a:ext cx="152400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EAOM 3</a:t>
            </a:r>
          </a:p>
        </p:txBody>
      </p:sp>
      <p:sp>
        <p:nvSpPr>
          <p:cNvPr id="121" name="shape-96">
            <a:extLst>
              <a:ext uri="{FF2B5EF4-FFF2-40B4-BE49-F238E27FC236}">
                <a16:creationId xmlns:a16="http://schemas.microsoft.com/office/drawing/2014/main" id="{66E850DA-94B3-45E0-A357-04A2F536A25E}"/>
              </a:ext>
            </a:extLst>
          </p:cNvPr>
          <p:cNvSpPr>
            <a:spLocks noGrp="1"/>
          </p:cNvSpPr>
          <p:nvPr/>
        </p:nvSpPr>
        <p:spPr>
          <a:xfrm>
            <a:off x="8191500" y="5200650"/>
            <a:ext cx="15240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d3</a:t>
            </a:r>
          </a:p>
        </p:txBody>
      </p:sp>
      <p:sp>
        <p:nvSpPr>
          <p:cNvPr id="122" name="shape-97">
            <a:extLst>
              <a:ext uri="{FF2B5EF4-FFF2-40B4-BE49-F238E27FC236}">
                <a16:creationId xmlns:a16="http://schemas.microsoft.com/office/drawing/2014/main" id="{454A7645-AD6F-4EBC-8FBA-973F19C90918}"/>
              </a:ext>
            </a:extLst>
          </p:cNvPr>
          <p:cNvSpPr>
            <a:spLocks noGrp="1"/>
          </p:cNvSpPr>
          <p:nvPr/>
        </p:nvSpPr>
        <p:spPr>
          <a:xfrm>
            <a:off x="7666673" y="5209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3" name="shape-98">
            <a:extLst>
              <a:ext uri="{FF2B5EF4-FFF2-40B4-BE49-F238E27FC236}">
                <a16:creationId xmlns:a16="http://schemas.microsoft.com/office/drawing/2014/main" id="{A5E4FA3C-E35A-4A2C-AE25-1CEE1065E711}"/>
              </a:ext>
            </a:extLst>
          </p:cNvPr>
          <p:cNvSpPr>
            <a:spLocks noGrp="1"/>
          </p:cNvSpPr>
          <p:nvPr/>
        </p:nvSpPr>
        <p:spPr>
          <a:xfrm>
            <a:off x="8095298" y="5209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34" name="直接箭头连接符 333"/>
          <p:cNvCxnSpPr>
            <a:stCxn id="122" idx="3"/>
            <a:endCxn id="123" idx="1"/>
          </p:cNvCxnSpPr>
          <p:nvPr/>
        </p:nvCxnSpPr>
        <p:spPr>
          <a:xfrm>
            <a:off x="7668578" y="5210176"/>
            <a:ext cx="42672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125" name="shape-99">
            <a:extLst>
              <a:ext uri="{FF2B5EF4-FFF2-40B4-BE49-F238E27FC236}">
                <a16:creationId xmlns:a16="http://schemas.microsoft.com/office/drawing/2014/main" id="{40B2FA1A-59DB-4E3F-A892-6429FB5D8D9C}"/>
              </a:ext>
            </a:extLst>
          </p:cNvPr>
          <p:cNvSpPr>
            <a:spLocks noGrp="1"/>
          </p:cNvSpPr>
          <p:nvPr/>
        </p:nvSpPr>
        <p:spPr>
          <a:xfrm>
            <a:off x="10668000" y="4857750"/>
            <a:ext cx="1476375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26" name="shape-100">
            <a:extLst>
              <a:ext uri="{FF2B5EF4-FFF2-40B4-BE49-F238E27FC236}">
                <a16:creationId xmlns:a16="http://schemas.microsoft.com/office/drawing/2014/main" id="{03DCAF25-6330-49DE-A71F-DD9A6A73748C}"/>
              </a:ext>
            </a:extLst>
          </p:cNvPr>
          <p:cNvSpPr>
            <a:spLocks noGrp="1"/>
          </p:cNvSpPr>
          <p:nvPr/>
        </p:nvSpPr>
        <p:spPr>
          <a:xfrm>
            <a:off x="10763250" y="4943475"/>
            <a:ext cx="1285875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RepDW 3</a:t>
            </a:r>
          </a:p>
        </p:txBody>
      </p:sp>
      <p:sp>
        <p:nvSpPr>
          <p:cNvPr id="127" name="shape-101">
            <a:extLst>
              <a:ext uri="{FF2B5EF4-FFF2-40B4-BE49-F238E27FC236}">
                <a16:creationId xmlns:a16="http://schemas.microsoft.com/office/drawing/2014/main" id="{07744D75-7402-462A-94B2-84A9704E8713}"/>
              </a:ext>
            </a:extLst>
          </p:cNvPr>
          <p:cNvSpPr>
            <a:spLocks noGrp="1"/>
          </p:cNvSpPr>
          <p:nvPr/>
        </p:nvSpPr>
        <p:spPr>
          <a:xfrm>
            <a:off x="10763250" y="5200650"/>
            <a:ext cx="1285875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z3</a:t>
            </a:r>
          </a:p>
        </p:txBody>
      </p:sp>
      <p:sp>
        <p:nvSpPr>
          <p:cNvPr id="128" name="shape-102">
            <a:extLst>
              <a:ext uri="{FF2B5EF4-FFF2-40B4-BE49-F238E27FC236}">
                <a16:creationId xmlns:a16="http://schemas.microsoft.com/office/drawing/2014/main" id="{D6A0D019-7240-4C63-B47B-718096DCAB8B}"/>
              </a:ext>
            </a:extLst>
          </p:cNvPr>
          <p:cNvSpPr>
            <a:spLocks noGrp="1"/>
          </p:cNvSpPr>
          <p:nvPr/>
        </p:nvSpPr>
        <p:spPr>
          <a:xfrm>
            <a:off x="9809798" y="5209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9" name="shape-103">
            <a:extLst>
              <a:ext uri="{FF2B5EF4-FFF2-40B4-BE49-F238E27FC236}">
                <a16:creationId xmlns:a16="http://schemas.microsoft.com/office/drawing/2014/main" id="{B9E4B02D-8D3B-418D-B79B-CE5E341C1E43}"/>
              </a:ext>
            </a:extLst>
          </p:cNvPr>
          <p:cNvSpPr>
            <a:spLocks noGrp="1"/>
          </p:cNvSpPr>
          <p:nvPr/>
        </p:nvSpPr>
        <p:spPr>
          <a:xfrm>
            <a:off x="10066973" y="5209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40" name="直接箭头连接符 339"/>
          <p:cNvCxnSpPr>
            <a:stCxn id="128" idx="3"/>
            <a:endCxn id="129" idx="1"/>
          </p:cNvCxnSpPr>
          <p:nvPr/>
        </p:nvCxnSpPr>
        <p:spPr>
          <a:xfrm>
            <a:off x="9811703" y="5210176"/>
            <a:ext cx="25527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131" name="椭圆 130">
            <a:extLst>
              <a:ext uri="{FF2B5EF4-FFF2-40B4-BE49-F238E27FC236}">
                <a16:creationId xmlns:a16="http://schemas.microsoft.com/office/drawing/2014/main" id="{EB3ABA95-35D6-4FE5-9A57-94DC70EE5C79}"/>
              </a:ext>
            </a:extLst>
          </p:cNvPr>
          <p:cNvSpPr>
            <a:spLocks noGrp="1"/>
          </p:cNvSpPr>
          <p:nvPr/>
        </p:nvSpPr>
        <p:spPr>
          <a:xfrm>
            <a:off x="10086975" y="5010150"/>
            <a:ext cx="400050" cy="4000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358AD"/>
            </a:solidFill>
          </a:ln>
        </p:spPr>
      </p:sp>
      <p:sp>
        <p:nvSpPr>
          <p:cNvPr id="132" name="shape-104">
            <a:extLst>
              <a:ext uri="{FF2B5EF4-FFF2-40B4-BE49-F238E27FC236}">
                <a16:creationId xmlns:a16="http://schemas.microsoft.com/office/drawing/2014/main" id="{925D8D1E-3B30-4084-9F80-D862853CA55F}"/>
              </a:ext>
            </a:extLst>
          </p:cNvPr>
          <p:cNvSpPr>
            <a:spLocks noGrp="1"/>
          </p:cNvSpPr>
          <p:nvPr/>
        </p:nvSpPr>
        <p:spPr>
          <a:xfrm>
            <a:off x="10086975" y="5010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+</a:t>
            </a:r>
          </a:p>
        </p:txBody>
      </p:sp>
      <p:sp>
        <p:nvSpPr>
          <p:cNvPr id="133" name="shape-105">
            <a:extLst>
              <a:ext uri="{FF2B5EF4-FFF2-40B4-BE49-F238E27FC236}">
                <a16:creationId xmlns:a16="http://schemas.microsoft.com/office/drawing/2014/main" id="{75B8DA0C-E5AC-47A5-9BB5-DD7568254502}"/>
              </a:ext>
            </a:extLst>
          </p:cNvPr>
          <p:cNvSpPr>
            <a:spLocks noGrp="1"/>
          </p:cNvSpPr>
          <p:nvPr/>
        </p:nvSpPr>
        <p:spPr>
          <a:xfrm>
            <a:off x="10486073" y="5209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4" name="shape-106">
            <a:extLst>
              <a:ext uri="{FF2B5EF4-FFF2-40B4-BE49-F238E27FC236}">
                <a16:creationId xmlns:a16="http://schemas.microsoft.com/office/drawing/2014/main" id="{978389A1-8725-4FE3-9ABF-6EBA55BD0952}"/>
              </a:ext>
            </a:extLst>
          </p:cNvPr>
          <p:cNvSpPr>
            <a:spLocks noGrp="1"/>
          </p:cNvSpPr>
          <p:nvPr/>
        </p:nvSpPr>
        <p:spPr>
          <a:xfrm>
            <a:off x="10667048" y="5209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45" name="直接箭头连接符 344"/>
          <p:cNvCxnSpPr>
            <a:stCxn id="133" idx="3"/>
            <a:endCxn id="134" idx="1"/>
          </p:cNvCxnSpPr>
          <p:nvPr/>
        </p:nvCxnSpPr>
        <p:spPr>
          <a:xfrm>
            <a:off x="10487978" y="5210176"/>
            <a:ext cx="17907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36" name="shape-107">
            <a:extLst>
              <a:ext uri="{FF2B5EF4-FFF2-40B4-BE49-F238E27FC236}">
                <a16:creationId xmlns:a16="http://schemas.microsoft.com/office/drawing/2014/main" id="{C928C6AE-6825-4805-B1BE-7D9349F4B5B6}"/>
              </a:ext>
            </a:extLst>
          </p:cNvPr>
          <p:cNvSpPr>
            <a:spLocks noGrp="1"/>
          </p:cNvSpPr>
          <p:nvPr/>
        </p:nvSpPr>
        <p:spPr>
          <a:xfrm>
            <a:off x="11400473" y="48567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7" name="shape-108">
            <a:extLst>
              <a:ext uri="{FF2B5EF4-FFF2-40B4-BE49-F238E27FC236}">
                <a16:creationId xmlns:a16="http://schemas.microsoft.com/office/drawing/2014/main" id="{E9F15A4A-C508-479A-BA93-BE638D9B3F15}"/>
              </a:ext>
            </a:extLst>
          </p:cNvPr>
          <p:cNvSpPr>
            <a:spLocks noGrp="1"/>
          </p:cNvSpPr>
          <p:nvPr/>
        </p:nvSpPr>
        <p:spPr>
          <a:xfrm>
            <a:off x="11400473" y="4618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48" name="直接箭头连接符 347"/>
          <p:cNvCxnSpPr>
            <a:stCxn id="136" idx="3"/>
            <a:endCxn id="137" idx="1"/>
          </p:cNvCxnSpPr>
          <p:nvPr/>
        </p:nvCxnSpPr>
        <p:spPr>
          <a:xfrm flipH="1" flipV="1">
            <a:off x="11400473" y="4619626"/>
            <a:ext cx="1905" cy="23812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139" name="shape-109">
            <a:extLst>
              <a:ext uri="{FF2B5EF4-FFF2-40B4-BE49-F238E27FC236}">
                <a16:creationId xmlns:a16="http://schemas.microsoft.com/office/drawing/2014/main" id="{3D44350C-C07A-479D-862C-F5A87746D6AA}"/>
              </a:ext>
            </a:extLst>
          </p:cNvPr>
          <p:cNvSpPr>
            <a:spLocks noGrp="1"/>
          </p:cNvSpPr>
          <p:nvPr/>
        </p:nvSpPr>
        <p:spPr>
          <a:xfrm>
            <a:off x="11400473" y="4618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0" name="shape-110">
            <a:extLst>
              <a:ext uri="{FF2B5EF4-FFF2-40B4-BE49-F238E27FC236}">
                <a16:creationId xmlns:a16="http://schemas.microsoft.com/office/drawing/2014/main" id="{74A7A443-FABC-4084-B162-755658C083CD}"/>
              </a:ext>
            </a:extLst>
          </p:cNvPr>
          <p:cNvSpPr>
            <a:spLocks noGrp="1"/>
          </p:cNvSpPr>
          <p:nvPr/>
        </p:nvSpPr>
        <p:spPr>
          <a:xfrm>
            <a:off x="10286048" y="4618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51" name="直接箭头连接符 350"/>
          <p:cNvCxnSpPr>
            <a:stCxn id="139" idx="3"/>
            <a:endCxn id="140" idx="1"/>
          </p:cNvCxnSpPr>
          <p:nvPr/>
        </p:nvCxnSpPr>
        <p:spPr>
          <a:xfrm flipH="1">
            <a:off x="10286048" y="4619626"/>
            <a:ext cx="111633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142" name="shape-111">
            <a:extLst>
              <a:ext uri="{FF2B5EF4-FFF2-40B4-BE49-F238E27FC236}">
                <a16:creationId xmlns:a16="http://schemas.microsoft.com/office/drawing/2014/main" id="{76C59A77-3E1C-4720-A56B-7DD717412134}"/>
              </a:ext>
            </a:extLst>
          </p:cNvPr>
          <p:cNvSpPr>
            <a:spLocks noGrp="1"/>
          </p:cNvSpPr>
          <p:nvPr/>
        </p:nvSpPr>
        <p:spPr>
          <a:xfrm>
            <a:off x="10286048" y="4618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3" name="shape-112">
            <a:extLst>
              <a:ext uri="{FF2B5EF4-FFF2-40B4-BE49-F238E27FC236}">
                <a16:creationId xmlns:a16="http://schemas.microsoft.com/office/drawing/2014/main" id="{08C07C67-7294-435E-A78A-51E209675756}"/>
              </a:ext>
            </a:extLst>
          </p:cNvPr>
          <p:cNvSpPr>
            <a:spLocks noGrp="1"/>
          </p:cNvSpPr>
          <p:nvPr/>
        </p:nvSpPr>
        <p:spPr>
          <a:xfrm>
            <a:off x="10286048" y="41805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54" name="直接箭头连接符 353"/>
          <p:cNvCxnSpPr>
            <a:stCxn id="142" idx="3"/>
            <a:endCxn id="143" idx="1"/>
          </p:cNvCxnSpPr>
          <p:nvPr/>
        </p:nvCxnSpPr>
        <p:spPr>
          <a:xfrm flipH="1" flipV="1">
            <a:off x="10286048" y="4181476"/>
            <a:ext cx="1905" cy="43815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45" name="shape-113">
            <a:extLst>
              <a:ext uri="{FF2B5EF4-FFF2-40B4-BE49-F238E27FC236}">
                <a16:creationId xmlns:a16="http://schemas.microsoft.com/office/drawing/2014/main" id="{4BA55CFE-8287-438B-A64D-4D081A9D5C45}"/>
              </a:ext>
            </a:extLst>
          </p:cNvPr>
          <p:cNvSpPr>
            <a:spLocks noGrp="1"/>
          </p:cNvSpPr>
          <p:nvPr/>
        </p:nvSpPr>
        <p:spPr>
          <a:xfrm>
            <a:off x="10858500" y="43338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↑2</a:t>
            </a:r>
          </a:p>
        </p:txBody>
      </p:sp>
      <p:sp>
        <p:nvSpPr>
          <p:cNvPr id="146" name="shape-114">
            <a:extLst>
              <a:ext uri="{FF2B5EF4-FFF2-40B4-BE49-F238E27FC236}">
                <a16:creationId xmlns:a16="http://schemas.microsoft.com/office/drawing/2014/main" id="{D3C2CC6A-5843-4B97-A270-DE9B7156732A}"/>
              </a:ext>
            </a:extLst>
          </p:cNvPr>
          <p:cNvSpPr>
            <a:spLocks noGrp="1"/>
          </p:cNvSpPr>
          <p:nvPr/>
        </p:nvSpPr>
        <p:spPr>
          <a:xfrm>
            <a:off x="5571173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7" name="shape-115">
            <a:extLst>
              <a:ext uri="{FF2B5EF4-FFF2-40B4-BE49-F238E27FC236}">
                <a16:creationId xmlns:a16="http://schemas.microsoft.com/office/drawing/2014/main" id="{7AA61360-D5FE-4D1C-9247-4D6E3F8DE8D6}"/>
              </a:ext>
            </a:extLst>
          </p:cNvPr>
          <p:cNvSpPr>
            <a:spLocks noGrp="1"/>
          </p:cNvSpPr>
          <p:nvPr/>
        </p:nvSpPr>
        <p:spPr>
          <a:xfrm>
            <a:off x="5952173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58" name="直接箭头连接符 357"/>
          <p:cNvCxnSpPr>
            <a:stCxn id="146" idx="3"/>
            <a:endCxn id="147" idx="1"/>
          </p:cNvCxnSpPr>
          <p:nvPr/>
        </p:nvCxnSpPr>
        <p:spPr>
          <a:xfrm>
            <a:off x="5573078" y="6448426"/>
            <a:ext cx="3790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149" name="shape-116">
            <a:extLst>
              <a:ext uri="{FF2B5EF4-FFF2-40B4-BE49-F238E27FC236}">
                <a16:creationId xmlns:a16="http://schemas.microsoft.com/office/drawing/2014/main" id="{8509E946-919F-4BC5-84AF-CF0D47B37557}"/>
              </a:ext>
            </a:extLst>
          </p:cNvPr>
          <p:cNvSpPr>
            <a:spLocks noGrp="1"/>
          </p:cNvSpPr>
          <p:nvPr/>
        </p:nvSpPr>
        <p:spPr>
          <a:xfrm>
            <a:off x="5953125" y="6096000"/>
            <a:ext cx="1714500" cy="714375"/>
          </a:xfrm>
          <a:prstGeom prst="roundRect">
            <a:avLst>
              <a:gd name="adj" fmla="val 9333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150" name="shape-117">
            <a:extLst>
              <a:ext uri="{FF2B5EF4-FFF2-40B4-BE49-F238E27FC236}">
                <a16:creationId xmlns:a16="http://schemas.microsoft.com/office/drawing/2014/main" id="{8A662E4D-B239-4765-8ACA-97DAF85E78AD}"/>
              </a:ext>
            </a:extLst>
          </p:cNvPr>
          <p:cNvSpPr>
            <a:spLocks noGrp="1"/>
          </p:cNvSpPr>
          <p:nvPr/>
        </p:nvSpPr>
        <p:spPr>
          <a:xfrm>
            <a:off x="6048375" y="6181725"/>
            <a:ext cx="152400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F4¹ , F4²</a:t>
            </a:r>
          </a:p>
        </p:txBody>
      </p:sp>
      <p:sp>
        <p:nvSpPr>
          <p:cNvPr id="151" name="shape-118">
            <a:extLst>
              <a:ext uri="{FF2B5EF4-FFF2-40B4-BE49-F238E27FC236}">
                <a16:creationId xmlns:a16="http://schemas.microsoft.com/office/drawing/2014/main" id="{B28E3F18-1F8B-4180-9504-4FA962D65D95}"/>
              </a:ext>
            </a:extLst>
          </p:cNvPr>
          <p:cNvSpPr>
            <a:spLocks noGrp="1"/>
          </p:cNvSpPr>
          <p:nvPr/>
        </p:nvSpPr>
        <p:spPr>
          <a:xfrm>
            <a:off x="6048375" y="6438900"/>
            <a:ext cx="15240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64×8×8</a:t>
            </a:r>
          </a:p>
        </p:txBody>
      </p:sp>
      <p:sp>
        <p:nvSpPr>
          <p:cNvPr id="152" name="shape-119">
            <a:extLst>
              <a:ext uri="{FF2B5EF4-FFF2-40B4-BE49-F238E27FC236}">
                <a16:creationId xmlns:a16="http://schemas.microsoft.com/office/drawing/2014/main" id="{BDF5BCEE-A5F1-43C7-8AE5-75CBD3B984FB}"/>
              </a:ext>
            </a:extLst>
          </p:cNvPr>
          <p:cNvSpPr>
            <a:spLocks noGrp="1"/>
          </p:cNvSpPr>
          <p:nvPr/>
        </p:nvSpPr>
        <p:spPr>
          <a:xfrm>
            <a:off x="8096250" y="6096000"/>
            <a:ext cx="1714500" cy="714375"/>
          </a:xfrm>
          <a:prstGeom prst="roundRect">
            <a:avLst>
              <a:gd name="adj" fmla="val 9333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153" name="shape-120">
            <a:extLst>
              <a:ext uri="{FF2B5EF4-FFF2-40B4-BE49-F238E27FC236}">
                <a16:creationId xmlns:a16="http://schemas.microsoft.com/office/drawing/2014/main" id="{C370ADDC-51F4-4CD3-A8E3-82D372FBF3E5}"/>
              </a:ext>
            </a:extLst>
          </p:cNvPr>
          <p:cNvSpPr>
            <a:spLocks noGrp="1"/>
          </p:cNvSpPr>
          <p:nvPr/>
        </p:nvSpPr>
        <p:spPr>
          <a:xfrm>
            <a:off x="8191500" y="6181725"/>
            <a:ext cx="152400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EAOM 4</a:t>
            </a:r>
          </a:p>
        </p:txBody>
      </p:sp>
      <p:sp>
        <p:nvSpPr>
          <p:cNvPr id="154" name="shape-121">
            <a:extLst>
              <a:ext uri="{FF2B5EF4-FFF2-40B4-BE49-F238E27FC236}">
                <a16:creationId xmlns:a16="http://schemas.microsoft.com/office/drawing/2014/main" id="{0777B5B0-4313-45E6-9357-E9F31C50F60E}"/>
              </a:ext>
            </a:extLst>
          </p:cNvPr>
          <p:cNvSpPr>
            <a:spLocks noGrp="1"/>
          </p:cNvSpPr>
          <p:nvPr/>
        </p:nvSpPr>
        <p:spPr>
          <a:xfrm>
            <a:off x="8191500" y="6438900"/>
            <a:ext cx="15240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d4</a:t>
            </a:r>
          </a:p>
        </p:txBody>
      </p:sp>
      <p:sp>
        <p:nvSpPr>
          <p:cNvPr id="155" name="shape-122">
            <a:extLst>
              <a:ext uri="{FF2B5EF4-FFF2-40B4-BE49-F238E27FC236}">
                <a16:creationId xmlns:a16="http://schemas.microsoft.com/office/drawing/2014/main" id="{B6BCE0F0-957D-4B0F-8ECC-450CD84BA7CF}"/>
              </a:ext>
            </a:extLst>
          </p:cNvPr>
          <p:cNvSpPr>
            <a:spLocks noGrp="1"/>
          </p:cNvSpPr>
          <p:nvPr/>
        </p:nvSpPr>
        <p:spPr>
          <a:xfrm>
            <a:off x="7666673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56" name="shape-123">
            <a:extLst>
              <a:ext uri="{FF2B5EF4-FFF2-40B4-BE49-F238E27FC236}">
                <a16:creationId xmlns:a16="http://schemas.microsoft.com/office/drawing/2014/main" id="{ADAC1BE2-3FE8-4EF3-9B6C-BB8022139DDD}"/>
              </a:ext>
            </a:extLst>
          </p:cNvPr>
          <p:cNvSpPr>
            <a:spLocks noGrp="1"/>
          </p:cNvSpPr>
          <p:nvPr/>
        </p:nvSpPr>
        <p:spPr>
          <a:xfrm>
            <a:off x="8095298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67" name="直接箭头连接符 366"/>
          <p:cNvCxnSpPr>
            <a:stCxn id="155" idx="3"/>
            <a:endCxn id="156" idx="1"/>
          </p:cNvCxnSpPr>
          <p:nvPr/>
        </p:nvCxnSpPr>
        <p:spPr>
          <a:xfrm>
            <a:off x="7668578" y="6448426"/>
            <a:ext cx="42672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158" name="shape-124">
            <a:extLst>
              <a:ext uri="{FF2B5EF4-FFF2-40B4-BE49-F238E27FC236}">
                <a16:creationId xmlns:a16="http://schemas.microsoft.com/office/drawing/2014/main" id="{D5462506-C934-4EA2-A6AF-44FCF25F00B4}"/>
              </a:ext>
            </a:extLst>
          </p:cNvPr>
          <p:cNvSpPr>
            <a:spLocks noGrp="1"/>
          </p:cNvSpPr>
          <p:nvPr/>
        </p:nvSpPr>
        <p:spPr>
          <a:xfrm>
            <a:off x="10668000" y="6096000"/>
            <a:ext cx="1476375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59" name="shape-125">
            <a:extLst>
              <a:ext uri="{FF2B5EF4-FFF2-40B4-BE49-F238E27FC236}">
                <a16:creationId xmlns:a16="http://schemas.microsoft.com/office/drawing/2014/main" id="{8601B63E-30FF-4F3F-BF4D-A39A2C3F61C1}"/>
              </a:ext>
            </a:extLst>
          </p:cNvPr>
          <p:cNvSpPr>
            <a:spLocks noGrp="1"/>
          </p:cNvSpPr>
          <p:nvPr/>
        </p:nvSpPr>
        <p:spPr>
          <a:xfrm>
            <a:off x="10763250" y="6181725"/>
            <a:ext cx="1285875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RepDW 4</a:t>
            </a:r>
          </a:p>
        </p:txBody>
      </p:sp>
      <p:sp>
        <p:nvSpPr>
          <p:cNvPr id="160" name="shape-126">
            <a:extLst>
              <a:ext uri="{FF2B5EF4-FFF2-40B4-BE49-F238E27FC236}">
                <a16:creationId xmlns:a16="http://schemas.microsoft.com/office/drawing/2014/main" id="{58632B8F-3E45-489B-A3C5-7A6A31C8D5B2}"/>
              </a:ext>
            </a:extLst>
          </p:cNvPr>
          <p:cNvSpPr>
            <a:spLocks noGrp="1"/>
          </p:cNvSpPr>
          <p:nvPr/>
        </p:nvSpPr>
        <p:spPr>
          <a:xfrm>
            <a:off x="10763250" y="6438900"/>
            <a:ext cx="1285875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z4</a:t>
            </a:r>
          </a:p>
        </p:txBody>
      </p:sp>
      <p:sp>
        <p:nvSpPr>
          <p:cNvPr id="161" name="shape-127">
            <a:extLst>
              <a:ext uri="{FF2B5EF4-FFF2-40B4-BE49-F238E27FC236}">
                <a16:creationId xmlns:a16="http://schemas.microsoft.com/office/drawing/2014/main" id="{13674DFD-BDF6-4E45-9F76-06FAA0FAC84C}"/>
              </a:ext>
            </a:extLst>
          </p:cNvPr>
          <p:cNvSpPr>
            <a:spLocks noGrp="1"/>
          </p:cNvSpPr>
          <p:nvPr/>
        </p:nvSpPr>
        <p:spPr>
          <a:xfrm>
            <a:off x="9809798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62" name="shape-128">
            <a:extLst>
              <a:ext uri="{FF2B5EF4-FFF2-40B4-BE49-F238E27FC236}">
                <a16:creationId xmlns:a16="http://schemas.microsoft.com/office/drawing/2014/main" id="{E1CF1B3E-19E2-495F-9367-6282A42E4460}"/>
              </a:ext>
            </a:extLst>
          </p:cNvPr>
          <p:cNvSpPr>
            <a:spLocks noGrp="1"/>
          </p:cNvSpPr>
          <p:nvPr/>
        </p:nvSpPr>
        <p:spPr>
          <a:xfrm>
            <a:off x="10667048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73" name="直接箭头连接符 372"/>
          <p:cNvCxnSpPr>
            <a:stCxn id="161" idx="3"/>
            <a:endCxn id="162" idx="1"/>
          </p:cNvCxnSpPr>
          <p:nvPr/>
        </p:nvCxnSpPr>
        <p:spPr>
          <a:xfrm>
            <a:off x="9811703" y="6448426"/>
            <a:ext cx="855345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164" name="shape-129">
            <a:extLst>
              <a:ext uri="{FF2B5EF4-FFF2-40B4-BE49-F238E27FC236}">
                <a16:creationId xmlns:a16="http://schemas.microsoft.com/office/drawing/2014/main" id="{4FEDF176-7DC7-473B-A817-DD2944A61B2C}"/>
              </a:ext>
            </a:extLst>
          </p:cNvPr>
          <p:cNvSpPr>
            <a:spLocks noGrp="1"/>
          </p:cNvSpPr>
          <p:nvPr/>
        </p:nvSpPr>
        <p:spPr>
          <a:xfrm>
            <a:off x="11400473" y="60950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65" name="shape-130">
            <a:extLst>
              <a:ext uri="{FF2B5EF4-FFF2-40B4-BE49-F238E27FC236}">
                <a16:creationId xmlns:a16="http://schemas.microsoft.com/office/drawing/2014/main" id="{D95DD21B-3E64-4B4B-9556-66A33F469905}"/>
              </a:ext>
            </a:extLst>
          </p:cNvPr>
          <p:cNvSpPr>
            <a:spLocks noGrp="1"/>
          </p:cNvSpPr>
          <p:nvPr/>
        </p:nvSpPr>
        <p:spPr>
          <a:xfrm>
            <a:off x="11400473" y="58569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76" name="直接箭头连接符 375"/>
          <p:cNvCxnSpPr>
            <a:stCxn id="164" idx="3"/>
            <a:endCxn id="165" idx="1"/>
          </p:cNvCxnSpPr>
          <p:nvPr/>
        </p:nvCxnSpPr>
        <p:spPr>
          <a:xfrm flipH="1" flipV="1">
            <a:off x="11400473" y="5857876"/>
            <a:ext cx="1905" cy="23812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167" name="shape-131">
            <a:extLst>
              <a:ext uri="{FF2B5EF4-FFF2-40B4-BE49-F238E27FC236}">
                <a16:creationId xmlns:a16="http://schemas.microsoft.com/office/drawing/2014/main" id="{94CE8121-4EA9-4D97-91FB-C19A79396380}"/>
              </a:ext>
            </a:extLst>
          </p:cNvPr>
          <p:cNvSpPr>
            <a:spLocks noGrp="1"/>
          </p:cNvSpPr>
          <p:nvPr/>
        </p:nvSpPr>
        <p:spPr>
          <a:xfrm>
            <a:off x="11400473" y="58569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68" name="shape-132">
            <a:extLst>
              <a:ext uri="{FF2B5EF4-FFF2-40B4-BE49-F238E27FC236}">
                <a16:creationId xmlns:a16="http://schemas.microsoft.com/office/drawing/2014/main" id="{CA10B5D3-2D0D-4EEC-B8D2-07D8FA3316DD}"/>
              </a:ext>
            </a:extLst>
          </p:cNvPr>
          <p:cNvSpPr>
            <a:spLocks noGrp="1"/>
          </p:cNvSpPr>
          <p:nvPr/>
        </p:nvSpPr>
        <p:spPr>
          <a:xfrm>
            <a:off x="10286048" y="58569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79" name="直接箭头连接符 378"/>
          <p:cNvCxnSpPr>
            <a:stCxn id="167" idx="3"/>
            <a:endCxn id="168" idx="1"/>
          </p:cNvCxnSpPr>
          <p:nvPr/>
        </p:nvCxnSpPr>
        <p:spPr>
          <a:xfrm flipH="1">
            <a:off x="10286048" y="5857876"/>
            <a:ext cx="111633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170" name="shape-133">
            <a:extLst>
              <a:ext uri="{FF2B5EF4-FFF2-40B4-BE49-F238E27FC236}">
                <a16:creationId xmlns:a16="http://schemas.microsoft.com/office/drawing/2014/main" id="{591B5442-5D38-4AE0-A817-D7DEFC1A334F}"/>
              </a:ext>
            </a:extLst>
          </p:cNvPr>
          <p:cNvSpPr>
            <a:spLocks noGrp="1"/>
          </p:cNvSpPr>
          <p:nvPr/>
        </p:nvSpPr>
        <p:spPr>
          <a:xfrm>
            <a:off x="10286048" y="58569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71" name="shape-134">
            <a:extLst>
              <a:ext uri="{FF2B5EF4-FFF2-40B4-BE49-F238E27FC236}">
                <a16:creationId xmlns:a16="http://schemas.microsoft.com/office/drawing/2014/main" id="{48FA0F75-0C5F-458A-81FB-292EEB139E26}"/>
              </a:ext>
            </a:extLst>
          </p:cNvPr>
          <p:cNvSpPr>
            <a:spLocks noGrp="1"/>
          </p:cNvSpPr>
          <p:nvPr/>
        </p:nvSpPr>
        <p:spPr>
          <a:xfrm>
            <a:off x="10286048" y="5418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82" name="直接箭头连接符 381"/>
          <p:cNvCxnSpPr>
            <a:stCxn id="170" idx="3"/>
            <a:endCxn id="171" idx="1"/>
          </p:cNvCxnSpPr>
          <p:nvPr/>
        </p:nvCxnSpPr>
        <p:spPr>
          <a:xfrm flipH="1" flipV="1">
            <a:off x="10286048" y="5419726"/>
            <a:ext cx="1905" cy="43815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73" name="shape-135">
            <a:extLst>
              <a:ext uri="{FF2B5EF4-FFF2-40B4-BE49-F238E27FC236}">
                <a16:creationId xmlns:a16="http://schemas.microsoft.com/office/drawing/2014/main" id="{F3B0DB24-CDA5-49FE-AD50-8327703B2D43}"/>
              </a:ext>
            </a:extLst>
          </p:cNvPr>
          <p:cNvSpPr>
            <a:spLocks noGrp="1"/>
          </p:cNvSpPr>
          <p:nvPr/>
        </p:nvSpPr>
        <p:spPr>
          <a:xfrm>
            <a:off x="10858500" y="557212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↑2</a:t>
            </a:r>
          </a:p>
        </p:txBody>
      </p:sp>
      <p:sp>
        <p:nvSpPr>
          <p:cNvPr id="174" name="shape-136">
            <a:extLst>
              <a:ext uri="{FF2B5EF4-FFF2-40B4-BE49-F238E27FC236}">
                <a16:creationId xmlns:a16="http://schemas.microsoft.com/office/drawing/2014/main" id="{53A11324-3ABF-4D45-9A67-8D4FDC9C8E18}"/>
              </a:ext>
            </a:extLst>
          </p:cNvPr>
          <p:cNvSpPr>
            <a:spLocks noGrp="1"/>
          </p:cNvSpPr>
          <p:nvPr/>
        </p:nvSpPr>
        <p:spPr>
          <a:xfrm>
            <a:off x="12954000" y="2381250"/>
            <a:ext cx="1714500" cy="714375"/>
          </a:xfrm>
          <a:prstGeom prst="roundRect">
            <a:avLst>
              <a:gd name="adj" fmla="val 9333"/>
            </a:avLst>
          </a:prstGeom>
          <a:solidFill>
            <a:srgbClr val="FCF0DF"/>
          </a:solidFill>
          <a:ln w="15240">
            <a:solidFill>
              <a:srgbClr val="AB661C"/>
            </a:solidFill>
            <a:prstDash val="solid"/>
          </a:ln>
        </p:spPr>
      </p:sp>
      <p:sp>
        <p:nvSpPr>
          <p:cNvPr id="175" name="shape-137">
            <a:extLst>
              <a:ext uri="{FF2B5EF4-FFF2-40B4-BE49-F238E27FC236}">
                <a16:creationId xmlns:a16="http://schemas.microsoft.com/office/drawing/2014/main" id="{1A831387-9545-42DD-8565-1309549B4D99}"/>
              </a:ext>
            </a:extLst>
          </p:cNvPr>
          <p:cNvSpPr>
            <a:spLocks noGrp="1"/>
          </p:cNvSpPr>
          <p:nvPr/>
        </p:nvSpPr>
        <p:spPr>
          <a:xfrm>
            <a:off x="13049250" y="2466975"/>
            <a:ext cx="152400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EdgeGate</a:t>
            </a:r>
          </a:p>
        </p:txBody>
      </p:sp>
      <p:sp>
        <p:nvSpPr>
          <p:cNvPr id="176" name="shape-138">
            <a:extLst>
              <a:ext uri="{FF2B5EF4-FFF2-40B4-BE49-F238E27FC236}">
                <a16:creationId xmlns:a16="http://schemas.microsoft.com/office/drawing/2014/main" id="{8807EE37-5114-4E4B-A951-391106C37F27}"/>
              </a:ext>
            </a:extLst>
          </p:cNvPr>
          <p:cNvSpPr>
            <a:spLocks noGrp="1"/>
          </p:cNvSpPr>
          <p:nvPr/>
        </p:nvSpPr>
        <p:spPr>
          <a:xfrm>
            <a:off x="13049250" y="2724150"/>
            <a:ext cx="152400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仅主分支</a:t>
            </a:r>
          </a:p>
        </p:txBody>
      </p:sp>
      <p:sp>
        <p:nvSpPr>
          <p:cNvPr id="177" name="shape-139">
            <a:extLst>
              <a:ext uri="{FF2B5EF4-FFF2-40B4-BE49-F238E27FC236}">
                <a16:creationId xmlns:a16="http://schemas.microsoft.com/office/drawing/2014/main" id="{6546BE91-25B6-428D-8669-56D60F43DAB0}"/>
              </a:ext>
            </a:extLst>
          </p:cNvPr>
          <p:cNvSpPr>
            <a:spLocks noGrp="1"/>
          </p:cNvSpPr>
          <p:nvPr/>
        </p:nvSpPr>
        <p:spPr>
          <a:xfrm>
            <a:off x="12143423" y="2732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78" name="shape-140">
            <a:extLst>
              <a:ext uri="{FF2B5EF4-FFF2-40B4-BE49-F238E27FC236}">
                <a16:creationId xmlns:a16="http://schemas.microsoft.com/office/drawing/2014/main" id="{9E2BF349-64CB-4798-841B-48DEC552ADF0}"/>
              </a:ext>
            </a:extLst>
          </p:cNvPr>
          <p:cNvSpPr>
            <a:spLocks noGrp="1"/>
          </p:cNvSpPr>
          <p:nvPr/>
        </p:nvSpPr>
        <p:spPr>
          <a:xfrm>
            <a:off x="12953048" y="2732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89" name="直接箭头连接符 388"/>
          <p:cNvCxnSpPr>
            <a:stCxn id="177" idx="3"/>
            <a:endCxn id="178" idx="1"/>
          </p:cNvCxnSpPr>
          <p:nvPr/>
        </p:nvCxnSpPr>
        <p:spPr>
          <a:xfrm>
            <a:off x="12145328" y="2733676"/>
            <a:ext cx="80772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80" name="shape-141">
            <a:extLst>
              <a:ext uri="{FF2B5EF4-FFF2-40B4-BE49-F238E27FC236}">
                <a16:creationId xmlns:a16="http://schemas.microsoft.com/office/drawing/2014/main" id="{8DF3F5EC-8E84-49B5-B69F-B280397D8695}"/>
              </a:ext>
            </a:extLst>
          </p:cNvPr>
          <p:cNvSpPr>
            <a:spLocks noGrp="1"/>
          </p:cNvSpPr>
          <p:nvPr/>
        </p:nvSpPr>
        <p:spPr>
          <a:xfrm>
            <a:off x="12954000" y="3667125"/>
            <a:ext cx="1714500" cy="809625"/>
          </a:xfrm>
          <a:prstGeom prst="roundRect">
            <a:avLst>
              <a:gd name="adj" fmla="val 8235"/>
            </a:avLst>
          </a:prstGeom>
          <a:solidFill>
            <a:srgbClr val="FCF0DF"/>
          </a:solidFill>
          <a:ln w="15240">
            <a:solidFill>
              <a:srgbClr val="AB661C"/>
            </a:solidFill>
            <a:prstDash val="solid"/>
          </a:ln>
        </p:spPr>
      </p:sp>
      <p:sp>
        <p:nvSpPr>
          <p:cNvPr id="181" name="shape-142">
            <a:extLst>
              <a:ext uri="{FF2B5EF4-FFF2-40B4-BE49-F238E27FC236}">
                <a16:creationId xmlns:a16="http://schemas.microsoft.com/office/drawing/2014/main" id="{0A0BCDFE-40AF-4DA6-BF69-8E7E2956DE9D}"/>
              </a:ext>
            </a:extLst>
          </p:cNvPr>
          <p:cNvSpPr>
            <a:spLocks noGrp="1"/>
          </p:cNvSpPr>
          <p:nvPr/>
        </p:nvSpPr>
        <p:spPr>
          <a:xfrm>
            <a:off x="13049250" y="3752850"/>
            <a:ext cx="1524000" cy="3643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独立主头</a:t>
            </a:r>
          </a:p>
        </p:txBody>
      </p:sp>
      <p:sp>
        <p:nvSpPr>
          <p:cNvPr id="182" name="shape-143">
            <a:extLst>
              <a:ext uri="{FF2B5EF4-FFF2-40B4-BE49-F238E27FC236}">
                <a16:creationId xmlns:a16="http://schemas.microsoft.com/office/drawing/2014/main" id="{A3645974-1DCB-4A99-AEF6-98BAE409E83A}"/>
              </a:ext>
            </a:extLst>
          </p:cNvPr>
          <p:cNvSpPr>
            <a:spLocks noGrp="1"/>
          </p:cNvSpPr>
          <p:nvPr/>
        </p:nvSpPr>
        <p:spPr>
          <a:xfrm>
            <a:off x="13049250" y="4055745"/>
            <a:ext cx="1524000" cy="3481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PW1 + ↑4 + σ</a:t>
            </a:r>
          </a:p>
        </p:txBody>
      </p:sp>
      <p:sp>
        <p:nvSpPr>
          <p:cNvPr id="183" name="shape-144">
            <a:extLst>
              <a:ext uri="{FF2B5EF4-FFF2-40B4-BE49-F238E27FC236}">
                <a16:creationId xmlns:a16="http://schemas.microsoft.com/office/drawing/2014/main" id="{4F2C4937-B9B4-488A-B8E9-98463F8B2BFD}"/>
              </a:ext>
            </a:extLst>
          </p:cNvPr>
          <p:cNvSpPr>
            <a:spLocks noGrp="1"/>
          </p:cNvSpPr>
          <p:nvPr/>
        </p:nvSpPr>
        <p:spPr>
          <a:xfrm>
            <a:off x="13810298" y="3094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84" name="shape-145">
            <a:extLst>
              <a:ext uri="{FF2B5EF4-FFF2-40B4-BE49-F238E27FC236}">
                <a16:creationId xmlns:a16="http://schemas.microsoft.com/office/drawing/2014/main" id="{06B582BA-8EEF-4BFB-8275-EFD898F72257}"/>
              </a:ext>
            </a:extLst>
          </p:cNvPr>
          <p:cNvSpPr>
            <a:spLocks noGrp="1"/>
          </p:cNvSpPr>
          <p:nvPr/>
        </p:nvSpPr>
        <p:spPr>
          <a:xfrm>
            <a:off x="13810298" y="3666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95" name="直接箭头连接符 394"/>
          <p:cNvCxnSpPr>
            <a:stCxn id="183" idx="3"/>
            <a:endCxn id="184" idx="1"/>
          </p:cNvCxnSpPr>
          <p:nvPr/>
        </p:nvCxnSpPr>
        <p:spPr>
          <a:xfrm flipH="1">
            <a:off x="13810298" y="3095626"/>
            <a:ext cx="1905" cy="57150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186" name="shape-146">
            <a:extLst>
              <a:ext uri="{FF2B5EF4-FFF2-40B4-BE49-F238E27FC236}">
                <a16:creationId xmlns:a16="http://schemas.microsoft.com/office/drawing/2014/main" id="{B9CDE2D5-807A-48A8-860B-BE1955347573}"/>
              </a:ext>
            </a:extLst>
          </p:cNvPr>
          <p:cNvSpPr>
            <a:spLocks noGrp="1"/>
          </p:cNvSpPr>
          <p:nvPr/>
        </p:nvSpPr>
        <p:spPr>
          <a:xfrm>
            <a:off x="12954000" y="5000625"/>
            <a:ext cx="1714500" cy="809625"/>
          </a:xfrm>
          <a:prstGeom prst="roundRect">
            <a:avLst>
              <a:gd name="adj" fmla="val 8235"/>
            </a:avLst>
          </a:prstGeom>
          <a:solidFill>
            <a:srgbClr val="FCF0DF"/>
          </a:solidFill>
          <a:ln w="15240">
            <a:solidFill>
              <a:srgbClr val="AB661C"/>
            </a:solidFill>
            <a:prstDash val="solid"/>
          </a:ln>
        </p:spPr>
      </p:sp>
      <p:sp>
        <p:nvSpPr>
          <p:cNvPr id="187" name="shape-147">
            <a:extLst>
              <a:ext uri="{FF2B5EF4-FFF2-40B4-BE49-F238E27FC236}">
                <a16:creationId xmlns:a16="http://schemas.microsoft.com/office/drawing/2014/main" id="{4335CC15-B3D4-454E-91B1-3B7893AA6264}"/>
              </a:ext>
            </a:extLst>
          </p:cNvPr>
          <p:cNvSpPr>
            <a:spLocks noGrp="1"/>
          </p:cNvSpPr>
          <p:nvPr/>
        </p:nvSpPr>
        <p:spPr>
          <a:xfrm>
            <a:off x="13049250" y="5086350"/>
            <a:ext cx="1524000" cy="3643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变化概率 p1</a:t>
            </a:r>
          </a:p>
        </p:txBody>
      </p:sp>
      <p:sp>
        <p:nvSpPr>
          <p:cNvPr id="188" name="shape-148">
            <a:extLst>
              <a:ext uri="{FF2B5EF4-FFF2-40B4-BE49-F238E27FC236}">
                <a16:creationId xmlns:a16="http://schemas.microsoft.com/office/drawing/2014/main" id="{DD8B12E5-C7D1-4C9E-94EE-04C663C12A17}"/>
              </a:ext>
            </a:extLst>
          </p:cNvPr>
          <p:cNvSpPr>
            <a:spLocks noGrp="1"/>
          </p:cNvSpPr>
          <p:nvPr/>
        </p:nvSpPr>
        <p:spPr>
          <a:xfrm>
            <a:off x="13049250" y="5389245"/>
            <a:ext cx="1524000" cy="3481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1×256×256</a:t>
            </a:r>
          </a:p>
        </p:txBody>
      </p:sp>
      <p:sp>
        <p:nvSpPr>
          <p:cNvPr id="189" name="shape-149">
            <a:extLst>
              <a:ext uri="{FF2B5EF4-FFF2-40B4-BE49-F238E27FC236}">
                <a16:creationId xmlns:a16="http://schemas.microsoft.com/office/drawing/2014/main" id="{117C119E-E9B7-40DD-BAB4-20721D1CAB9E}"/>
              </a:ext>
            </a:extLst>
          </p:cNvPr>
          <p:cNvSpPr>
            <a:spLocks noGrp="1"/>
          </p:cNvSpPr>
          <p:nvPr/>
        </p:nvSpPr>
        <p:spPr>
          <a:xfrm>
            <a:off x="13810298" y="44757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90" name="shape-150">
            <a:extLst>
              <a:ext uri="{FF2B5EF4-FFF2-40B4-BE49-F238E27FC236}">
                <a16:creationId xmlns:a16="http://schemas.microsoft.com/office/drawing/2014/main" id="{B47BF862-E1B3-4CDB-AED8-A62A159621AC}"/>
              </a:ext>
            </a:extLst>
          </p:cNvPr>
          <p:cNvSpPr>
            <a:spLocks noGrp="1"/>
          </p:cNvSpPr>
          <p:nvPr/>
        </p:nvSpPr>
        <p:spPr>
          <a:xfrm>
            <a:off x="13810298" y="4999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01" name="直接箭头连接符 400"/>
          <p:cNvCxnSpPr>
            <a:stCxn id="189" idx="3"/>
            <a:endCxn id="190" idx="1"/>
          </p:cNvCxnSpPr>
          <p:nvPr/>
        </p:nvCxnSpPr>
        <p:spPr>
          <a:xfrm flipH="1">
            <a:off x="13810298" y="4476751"/>
            <a:ext cx="1905" cy="523875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192" name="shape-151">
            <a:extLst>
              <a:ext uri="{FF2B5EF4-FFF2-40B4-BE49-F238E27FC236}">
                <a16:creationId xmlns:a16="http://schemas.microsoft.com/office/drawing/2014/main" id="{E4CBD983-131B-4191-8BC5-72D877053627}"/>
              </a:ext>
            </a:extLst>
          </p:cNvPr>
          <p:cNvSpPr>
            <a:spLocks noGrp="1"/>
          </p:cNvSpPr>
          <p:nvPr/>
        </p:nvSpPr>
        <p:spPr>
          <a:xfrm>
            <a:off x="12954000" y="6429375"/>
            <a:ext cx="1714500" cy="1000125"/>
          </a:xfrm>
          <a:prstGeom prst="roundRect">
            <a:avLst>
              <a:gd name="adj" fmla="val 6667"/>
            </a:avLst>
          </a:prstGeom>
          <a:solidFill>
            <a:srgbClr val="F2F5F7"/>
          </a:solidFill>
          <a:ln w="15240">
            <a:solidFill>
              <a:srgbClr val="738492"/>
            </a:solidFill>
            <a:prstDash val="solid"/>
          </a:ln>
        </p:spPr>
      </p:sp>
      <p:sp>
        <p:nvSpPr>
          <p:cNvPr id="193" name="shape-152">
            <a:extLst>
              <a:ext uri="{FF2B5EF4-FFF2-40B4-BE49-F238E27FC236}">
                <a16:creationId xmlns:a16="http://schemas.microsoft.com/office/drawing/2014/main" id="{6B5A1943-EAA9-4221-ADEF-E2E3A3E8B005}"/>
              </a:ext>
            </a:extLst>
          </p:cNvPr>
          <p:cNvSpPr>
            <a:spLocks noGrp="1"/>
          </p:cNvSpPr>
          <p:nvPr/>
        </p:nvSpPr>
        <p:spPr>
          <a:xfrm>
            <a:off x="13049250" y="6515100"/>
            <a:ext cx="1524000" cy="4500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rPr>
              <a:t>辅助头 ×3</a:t>
            </a:r>
          </a:p>
        </p:txBody>
      </p:sp>
      <p:sp>
        <p:nvSpPr>
          <p:cNvPr id="194" name="shape-153">
            <a:extLst>
              <a:ext uri="{FF2B5EF4-FFF2-40B4-BE49-F238E27FC236}">
                <a16:creationId xmlns:a16="http://schemas.microsoft.com/office/drawing/2014/main" id="{48CFCB1B-2B40-45D4-A9B1-6CDD88EB6004}"/>
              </a:ext>
            </a:extLst>
          </p:cNvPr>
          <p:cNvSpPr>
            <a:spLocks noGrp="1"/>
          </p:cNvSpPr>
          <p:nvPr/>
        </p:nvSpPr>
        <p:spPr>
          <a:xfrm>
            <a:off x="13049250" y="6909435"/>
            <a:ext cx="1524000" cy="4300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32² / 16² / 8²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native 监督</a:t>
            </a:r>
          </a:p>
        </p:txBody>
      </p:sp>
      <p:sp>
        <p:nvSpPr>
          <p:cNvPr id="195" name="shape-154">
            <a:extLst>
              <a:ext uri="{FF2B5EF4-FFF2-40B4-BE49-F238E27FC236}">
                <a16:creationId xmlns:a16="http://schemas.microsoft.com/office/drawing/2014/main" id="{B2122BC3-5957-48C4-83A9-14A58E167BBB}"/>
              </a:ext>
            </a:extLst>
          </p:cNvPr>
          <p:cNvSpPr>
            <a:spLocks noGrp="1"/>
          </p:cNvSpPr>
          <p:nvPr/>
        </p:nvSpPr>
        <p:spPr>
          <a:xfrm>
            <a:off x="12143423" y="3970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96" name="shape-155">
            <a:extLst>
              <a:ext uri="{FF2B5EF4-FFF2-40B4-BE49-F238E27FC236}">
                <a16:creationId xmlns:a16="http://schemas.microsoft.com/office/drawing/2014/main" id="{26874F3E-D494-44C8-954D-0528C540195E}"/>
              </a:ext>
            </a:extLst>
          </p:cNvPr>
          <p:cNvSpPr>
            <a:spLocks noGrp="1"/>
          </p:cNvSpPr>
          <p:nvPr/>
        </p:nvSpPr>
        <p:spPr>
          <a:xfrm>
            <a:off x="12572048" y="3970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07" name="直接箭头连接符 406"/>
          <p:cNvCxnSpPr>
            <a:stCxn id="195" idx="3"/>
            <a:endCxn id="196" idx="1"/>
          </p:cNvCxnSpPr>
          <p:nvPr/>
        </p:nvCxnSpPr>
        <p:spPr>
          <a:xfrm>
            <a:off x="12145328" y="3971926"/>
            <a:ext cx="426720" cy="0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none" w="sm" len="sm"/>
          </a:ln>
        </p:spPr>
      </p:cxnSp>
      <p:sp>
        <p:nvSpPr>
          <p:cNvPr id="198" name="shape-156">
            <a:extLst>
              <a:ext uri="{FF2B5EF4-FFF2-40B4-BE49-F238E27FC236}">
                <a16:creationId xmlns:a16="http://schemas.microsoft.com/office/drawing/2014/main" id="{5A172172-8A16-4E92-923E-0AF47535987C}"/>
              </a:ext>
            </a:extLst>
          </p:cNvPr>
          <p:cNvSpPr>
            <a:spLocks noGrp="1"/>
          </p:cNvSpPr>
          <p:nvPr/>
        </p:nvSpPr>
        <p:spPr>
          <a:xfrm>
            <a:off x="12143423" y="5209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99" name="shape-157">
            <a:extLst>
              <a:ext uri="{FF2B5EF4-FFF2-40B4-BE49-F238E27FC236}">
                <a16:creationId xmlns:a16="http://schemas.microsoft.com/office/drawing/2014/main" id="{EB216A3D-C511-45BD-AD87-243DE05A0102}"/>
              </a:ext>
            </a:extLst>
          </p:cNvPr>
          <p:cNvSpPr>
            <a:spLocks noGrp="1"/>
          </p:cNvSpPr>
          <p:nvPr/>
        </p:nvSpPr>
        <p:spPr>
          <a:xfrm>
            <a:off x="12572048" y="5209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10" name="直接箭头连接符 409"/>
          <p:cNvCxnSpPr>
            <a:stCxn id="198" idx="3"/>
            <a:endCxn id="199" idx="1"/>
          </p:cNvCxnSpPr>
          <p:nvPr/>
        </p:nvCxnSpPr>
        <p:spPr>
          <a:xfrm>
            <a:off x="12145328" y="5210176"/>
            <a:ext cx="426720" cy="0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none" w="sm" len="sm"/>
          </a:ln>
        </p:spPr>
      </p:cxnSp>
      <p:sp>
        <p:nvSpPr>
          <p:cNvPr id="201" name="shape-158">
            <a:extLst>
              <a:ext uri="{FF2B5EF4-FFF2-40B4-BE49-F238E27FC236}">
                <a16:creationId xmlns:a16="http://schemas.microsoft.com/office/drawing/2014/main" id="{8A36BDA9-DE21-4823-8364-31618330E9BE}"/>
              </a:ext>
            </a:extLst>
          </p:cNvPr>
          <p:cNvSpPr>
            <a:spLocks noGrp="1"/>
          </p:cNvSpPr>
          <p:nvPr/>
        </p:nvSpPr>
        <p:spPr>
          <a:xfrm>
            <a:off x="12143423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02" name="shape-159">
            <a:extLst>
              <a:ext uri="{FF2B5EF4-FFF2-40B4-BE49-F238E27FC236}">
                <a16:creationId xmlns:a16="http://schemas.microsoft.com/office/drawing/2014/main" id="{2B088D7D-C8E6-457E-BDC6-5D2AE3CDB8EC}"/>
              </a:ext>
            </a:extLst>
          </p:cNvPr>
          <p:cNvSpPr>
            <a:spLocks noGrp="1"/>
          </p:cNvSpPr>
          <p:nvPr/>
        </p:nvSpPr>
        <p:spPr>
          <a:xfrm>
            <a:off x="12572048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13" name="直接箭头连接符 412"/>
          <p:cNvCxnSpPr>
            <a:stCxn id="201" idx="3"/>
            <a:endCxn id="202" idx="1"/>
          </p:cNvCxnSpPr>
          <p:nvPr/>
        </p:nvCxnSpPr>
        <p:spPr>
          <a:xfrm>
            <a:off x="12145328" y="6448426"/>
            <a:ext cx="426720" cy="0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none" w="sm" len="sm"/>
          </a:ln>
        </p:spPr>
      </p:cxnSp>
      <p:sp>
        <p:nvSpPr>
          <p:cNvPr id="204" name="shape-160">
            <a:extLst>
              <a:ext uri="{FF2B5EF4-FFF2-40B4-BE49-F238E27FC236}">
                <a16:creationId xmlns:a16="http://schemas.microsoft.com/office/drawing/2014/main" id="{3FD89D75-3932-4FCE-AEC1-9C7ECA54D10B}"/>
              </a:ext>
            </a:extLst>
          </p:cNvPr>
          <p:cNvSpPr>
            <a:spLocks noGrp="1"/>
          </p:cNvSpPr>
          <p:nvPr/>
        </p:nvSpPr>
        <p:spPr>
          <a:xfrm>
            <a:off x="12572048" y="3970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05" name="shape-161">
            <a:extLst>
              <a:ext uri="{FF2B5EF4-FFF2-40B4-BE49-F238E27FC236}">
                <a16:creationId xmlns:a16="http://schemas.microsoft.com/office/drawing/2014/main" id="{0040A7C0-9E20-45D7-AB45-301B97426730}"/>
              </a:ext>
            </a:extLst>
          </p:cNvPr>
          <p:cNvSpPr>
            <a:spLocks noGrp="1"/>
          </p:cNvSpPr>
          <p:nvPr/>
        </p:nvSpPr>
        <p:spPr>
          <a:xfrm>
            <a:off x="12572048" y="6923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16" name="直接箭头连接符 415"/>
          <p:cNvCxnSpPr>
            <a:stCxn id="204" idx="3"/>
            <a:endCxn id="205" idx="1"/>
          </p:cNvCxnSpPr>
          <p:nvPr/>
        </p:nvCxnSpPr>
        <p:spPr>
          <a:xfrm flipH="1">
            <a:off x="12572048" y="3971926"/>
            <a:ext cx="1905" cy="2952750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none" w="sm" len="sm"/>
          </a:ln>
        </p:spPr>
      </p:cxnSp>
      <p:sp>
        <p:nvSpPr>
          <p:cNvPr id="207" name="shape-162">
            <a:extLst>
              <a:ext uri="{FF2B5EF4-FFF2-40B4-BE49-F238E27FC236}">
                <a16:creationId xmlns:a16="http://schemas.microsoft.com/office/drawing/2014/main" id="{39A246FE-6CBE-4C3D-A03E-8E3B1C837D68}"/>
              </a:ext>
            </a:extLst>
          </p:cNvPr>
          <p:cNvSpPr>
            <a:spLocks noGrp="1"/>
          </p:cNvSpPr>
          <p:nvPr/>
        </p:nvSpPr>
        <p:spPr>
          <a:xfrm>
            <a:off x="12572048" y="6923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08" name="shape-163">
            <a:extLst>
              <a:ext uri="{FF2B5EF4-FFF2-40B4-BE49-F238E27FC236}">
                <a16:creationId xmlns:a16="http://schemas.microsoft.com/office/drawing/2014/main" id="{EBB0B20D-6B24-440C-BC08-7714FF3115DD}"/>
              </a:ext>
            </a:extLst>
          </p:cNvPr>
          <p:cNvSpPr>
            <a:spLocks noGrp="1"/>
          </p:cNvSpPr>
          <p:nvPr/>
        </p:nvSpPr>
        <p:spPr>
          <a:xfrm>
            <a:off x="12953048" y="6923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419" name="直接箭头连接符 418"/>
          <p:cNvCxnSpPr>
            <a:stCxn id="207" idx="3"/>
            <a:endCxn id="208" idx="1"/>
          </p:cNvCxnSpPr>
          <p:nvPr/>
        </p:nvCxnSpPr>
        <p:spPr>
          <a:xfrm>
            <a:off x="12573953" y="6924676"/>
            <a:ext cx="379095" cy="0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triangle" w="sm" len="sm"/>
          </a:ln>
        </p:spPr>
      </p:cxnSp>
      <p:sp>
        <p:nvSpPr>
          <p:cNvPr id="210" name="shape-164">
            <a:extLst>
              <a:ext uri="{FF2B5EF4-FFF2-40B4-BE49-F238E27FC236}">
                <a16:creationId xmlns:a16="http://schemas.microsoft.com/office/drawing/2014/main" id="{24EB348E-25D6-4705-8759-FD7A5E3EAFE3}"/>
              </a:ext>
            </a:extLst>
          </p:cNvPr>
          <p:cNvSpPr>
            <a:spLocks noGrp="1"/>
          </p:cNvSpPr>
          <p:nvPr/>
        </p:nvSpPr>
        <p:spPr>
          <a:xfrm>
            <a:off x="5905500" y="7277100"/>
            <a:ext cx="6429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跨尺度独立参数：EAOM 1–4、RepDW 1–4、四个预测头</a:t>
            </a:r>
          </a:p>
        </p:txBody>
      </p:sp>
    </p:spTree>
    <p:extLst>
      <p:ext uri="{BB962C8B-B14F-4D97-AF65-F5344CB8AC3E}">
        <p14:creationId xmlns:p14="http://schemas.microsoft.com/office/powerpoint/2010/main" val="2112534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-165">
            <a:extLst>
              <a:ext uri="{FF2B5EF4-FFF2-40B4-BE49-F238E27FC236}">
                <a16:creationId xmlns:a16="http://schemas.microsoft.com/office/drawing/2014/main" id="{9EAEB462-0FFB-419A-9D3D-5E79995E1669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400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共享 MobileNetV2 编码器</a:t>
            </a:r>
          </a:p>
        </p:txBody>
      </p:sp>
      <p:sp>
        <p:nvSpPr>
          <p:cNvPr id="2" name="shape-166">
            <a:extLst>
              <a:ext uri="{FF2B5EF4-FFF2-40B4-BE49-F238E27FC236}">
                <a16:creationId xmlns:a16="http://schemas.microsoft.com/office/drawing/2014/main" id="{8EF0BDAA-DED3-4B8A-BADA-5E411D91DD14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390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两个时相共用同一组编码器参数，输出五级特征供 HFEA 聚合</a:t>
            </a:r>
          </a:p>
        </p:txBody>
      </p:sp>
      <p:sp>
        <p:nvSpPr>
          <p:cNvPr id="3" name="shape-167">
            <a:extLst>
              <a:ext uri="{FF2B5EF4-FFF2-40B4-BE49-F238E27FC236}">
                <a16:creationId xmlns:a16="http://schemas.microsoft.com/office/drawing/2014/main" id="{8A65BEC8-07AB-429C-8422-4385755C7E66}"/>
              </a:ext>
            </a:extLst>
          </p:cNvPr>
          <p:cNvSpPr>
            <a:spLocks noGrp="1"/>
          </p:cNvSpPr>
          <p:nvPr/>
        </p:nvSpPr>
        <p:spPr>
          <a:xfrm>
            <a:off x="570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shape-168">
            <a:extLst>
              <a:ext uri="{FF2B5EF4-FFF2-40B4-BE49-F238E27FC236}">
                <a16:creationId xmlns:a16="http://schemas.microsoft.com/office/drawing/2014/main" id="{6061C7E1-7950-419A-B41E-F7A065476547}"/>
              </a:ext>
            </a:extLst>
          </p:cNvPr>
          <p:cNvSpPr>
            <a:spLocks noGrp="1"/>
          </p:cNvSpPr>
          <p:nvPr/>
        </p:nvSpPr>
        <p:spPr>
          <a:xfrm>
            <a:off x="14667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89" name="直接箭头连接符 88"/>
          <p:cNvCxnSpPr>
            <a:stCxn id="3" idx="3"/>
            <a:endCxn id="4" idx="1"/>
          </p:cNvCxnSpPr>
          <p:nvPr/>
        </p:nvCxnSpPr>
        <p:spPr>
          <a:xfrm>
            <a:off x="572453" y="1657351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6" name="shape-169">
            <a:extLst>
              <a:ext uri="{FF2B5EF4-FFF2-40B4-BE49-F238E27FC236}">
                <a16:creationId xmlns:a16="http://schemas.microsoft.com/office/drawing/2014/main" id="{E640E166-3AD6-439E-B0BD-B59FCE4BA072}"/>
              </a:ext>
            </a:extLst>
          </p:cNvPr>
          <p:cNvSpPr>
            <a:spLocks noGrp="1"/>
          </p:cNvSpPr>
          <p:nvPr/>
        </p:nvSpPr>
        <p:spPr>
          <a:xfrm>
            <a:off x="570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" name="shape-170">
            <a:extLst>
              <a:ext uri="{FF2B5EF4-FFF2-40B4-BE49-F238E27FC236}">
                <a16:creationId xmlns:a16="http://schemas.microsoft.com/office/drawing/2014/main" id="{47AE89E6-5EE7-4807-85D0-7FD70A906358}"/>
              </a:ext>
            </a:extLst>
          </p:cNvPr>
          <p:cNvSpPr>
            <a:spLocks noGrp="1"/>
          </p:cNvSpPr>
          <p:nvPr/>
        </p:nvSpPr>
        <p:spPr>
          <a:xfrm>
            <a:off x="14667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2" name="直接箭头连接符 91"/>
          <p:cNvCxnSpPr>
            <a:stCxn id="6" idx="3"/>
            <a:endCxn id="7" idx="1"/>
          </p:cNvCxnSpPr>
          <p:nvPr/>
        </p:nvCxnSpPr>
        <p:spPr>
          <a:xfrm>
            <a:off x="572453" y="7953376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9" name="shape-171">
            <a:extLst>
              <a:ext uri="{FF2B5EF4-FFF2-40B4-BE49-F238E27FC236}">
                <a16:creationId xmlns:a16="http://schemas.microsoft.com/office/drawing/2014/main" id="{BB00F69F-DB7D-45E0-8ACB-0AE1518E336A}"/>
              </a:ext>
            </a:extLst>
          </p:cNvPr>
          <p:cNvSpPr>
            <a:spLocks noGrp="1"/>
          </p:cNvSpPr>
          <p:nvPr/>
        </p:nvSpPr>
        <p:spPr>
          <a:xfrm>
            <a:off x="571500" y="8067675"/>
            <a:ext cx="1323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倒残差块：首个 t=1 块省略扩张 PW。仅 stride=1 且输入/输出通道相同时使用残差连接。</a:t>
            </a:r>
          </a:p>
        </p:txBody>
      </p:sp>
      <p:sp>
        <p:nvSpPr>
          <p:cNvPr id="10" name="shape-172">
            <a:extLst>
              <a:ext uri="{FF2B5EF4-FFF2-40B4-BE49-F238E27FC236}">
                <a16:creationId xmlns:a16="http://schemas.microsoft.com/office/drawing/2014/main" id="{423ACB28-8F3E-4CE0-B76E-9126E934665C}"/>
              </a:ext>
            </a:extLst>
          </p:cNvPr>
          <p:cNvSpPr>
            <a:spLocks noGrp="1"/>
          </p:cNvSpPr>
          <p:nvPr/>
        </p:nvSpPr>
        <p:spPr>
          <a:xfrm>
            <a:off x="14097000" y="806767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11" name="shape-173">
            <a:extLst>
              <a:ext uri="{FF2B5EF4-FFF2-40B4-BE49-F238E27FC236}">
                <a16:creationId xmlns:a16="http://schemas.microsoft.com/office/drawing/2014/main" id="{A4CC7B49-0476-4079-B874-8BDE7A19736F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编码器的五级输出</a:t>
            </a:r>
          </a:p>
        </p:txBody>
      </p:sp>
      <p:sp>
        <p:nvSpPr>
          <p:cNvPr id="12" name="shape-174">
            <a:extLst>
              <a:ext uri="{FF2B5EF4-FFF2-40B4-BE49-F238E27FC236}">
                <a16:creationId xmlns:a16="http://schemas.microsoft.com/office/drawing/2014/main" id="{410F536D-2A8E-480F-BC8C-8E5ACB37029C}"/>
              </a:ext>
            </a:extLst>
          </p:cNvPr>
          <p:cNvSpPr>
            <a:spLocks noGrp="1"/>
          </p:cNvSpPr>
          <p:nvPr/>
        </p:nvSpPr>
        <p:spPr>
          <a:xfrm>
            <a:off x="571500" y="2324100"/>
            <a:ext cx="2571750" cy="1123950"/>
          </a:xfrm>
          <a:prstGeom prst="roundRect">
            <a:avLst>
              <a:gd name="adj" fmla="val 5932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13" name="shape-175">
            <a:extLst>
              <a:ext uri="{FF2B5EF4-FFF2-40B4-BE49-F238E27FC236}">
                <a16:creationId xmlns:a16="http://schemas.microsoft.com/office/drawing/2014/main" id="{0D1CFA7C-47B7-4A74-A93C-BBBCD4980E17}"/>
              </a:ext>
            </a:extLst>
          </p:cNvPr>
          <p:cNvSpPr>
            <a:spLocks noGrp="1"/>
          </p:cNvSpPr>
          <p:nvPr/>
        </p:nvSpPr>
        <p:spPr>
          <a:xfrm>
            <a:off x="666750" y="2409825"/>
            <a:ext cx="2381250" cy="5057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e1  /  stride 2</a:t>
            </a:r>
          </a:p>
        </p:txBody>
      </p:sp>
      <p:sp>
        <p:nvSpPr>
          <p:cNvPr id="14" name="shape-176">
            <a:extLst>
              <a:ext uri="{FF2B5EF4-FFF2-40B4-BE49-F238E27FC236}">
                <a16:creationId xmlns:a16="http://schemas.microsoft.com/office/drawing/2014/main" id="{DE17D099-EAB1-4665-A02A-648DB98644AD}"/>
              </a:ext>
            </a:extLst>
          </p:cNvPr>
          <p:cNvSpPr>
            <a:spLocks noGrp="1"/>
          </p:cNvSpPr>
          <p:nvPr/>
        </p:nvSpPr>
        <p:spPr>
          <a:xfrm>
            <a:off x="666750" y="2863596"/>
            <a:ext cx="2381250" cy="48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16×128×128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features[1]</a:t>
            </a:r>
          </a:p>
        </p:txBody>
      </p:sp>
      <p:sp>
        <p:nvSpPr>
          <p:cNvPr id="15" name="shape-177">
            <a:extLst>
              <a:ext uri="{FF2B5EF4-FFF2-40B4-BE49-F238E27FC236}">
                <a16:creationId xmlns:a16="http://schemas.microsoft.com/office/drawing/2014/main" id="{F6852A02-A785-4E39-9B5D-B5DF9DD36E68}"/>
              </a:ext>
            </a:extLst>
          </p:cNvPr>
          <p:cNvSpPr>
            <a:spLocks noGrp="1"/>
          </p:cNvSpPr>
          <p:nvPr/>
        </p:nvSpPr>
        <p:spPr>
          <a:xfrm>
            <a:off x="3142298" y="2885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6" name="shape-178">
            <a:extLst>
              <a:ext uri="{FF2B5EF4-FFF2-40B4-BE49-F238E27FC236}">
                <a16:creationId xmlns:a16="http://schemas.microsoft.com/office/drawing/2014/main" id="{17C84F46-42E0-40C8-B21F-CC84547D0E16}"/>
              </a:ext>
            </a:extLst>
          </p:cNvPr>
          <p:cNvSpPr>
            <a:spLocks noGrp="1"/>
          </p:cNvSpPr>
          <p:nvPr/>
        </p:nvSpPr>
        <p:spPr>
          <a:xfrm>
            <a:off x="3428048" y="2885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01" name="直接箭头连接符 100"/>
          <p:cNvCxnSpPr>
            <a:stCxn id="15" idx="3"/>
            <a:endCxn id="16" idx="1"/>
          </p:cNvCxnSpPr>
          <p:nvPr/>
        </p:nvCxnSpPr>
        <p:spPr>
          <a:xfrm>
            <a:off x="3144203" y="2886076"/>
            <a:ext cx="283845" cy="0"/>
          </a:xfrm>
          <a:prstGeom prst="straightConnector1">
            <a:avLst/>
          </a:prstGeom>
          <a:ln w="19050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18" name="shape-179">
            <a:extLst>
              <a:ext uri="{FF2B5EF4-FFF2-40B4-BE49-F238E27FC236}">
                <a16:creationId xmlns:a16="http://schemas.microsoft.com/office/drawing/2014/main" id="{85FF15AE-6ABE-4507-B746-0091E6B01168}"/>
              </a:ext>
            </a:extLst>
          </p:cNvPr>
          <p:cNvSpPr>
            <a:spLocks noGrp="1"/>
          </p:cNvSpPr>
          <p:nvPr/>
        </p:nvSpPr>
        <p:spPr>
          <a:xfrm>
            <a:off x="3429000" y="2324100"/>
            <a:ext cx="2571750" cy="1123950"/>
          </a:xfrm>
          <a:prstGeom prst="roundRect">
            <a:avLst>
              <a:gd name="adj" fmla="val 5932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19" name="shape-180">
            <a:extLst>
              <a:ext uri="{FF2B5EF4-FFF2-40B4-BE49-F238E27FC236}">
                <a16:creationId xmlns:a16="http://schemas.microsoft.com/office/drawing/2014/main" id="{9F5592ED-F84E-40C3-8316-EBD9FE4F14B9}"/>
              </a:ext>
            </a:extLst>
          </p:cNvPr>
          <p:cNvSpPr>
            <a:spLocks noGrp="1"/>
          </p:cNvSpPr>
          <p:nvPr/>
        </p:nvSpPr>
        <p:spPr>
          <a:xfrm>
            <a:off x="3524250" y="2409825"/>
            <a:ext cx="2381250" cy="5057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e2  /  stride 4</a:t>
            </a:r>
          </a:p>
        </p:txBody>
      </p:sp>
      <p:sp>
        <p:nvSpPr>
          <p:cNvPr id="20" name="shape-181">
            <a:extLst>
              <a:ext uri="{FF2B5EF4-FFF2-40B4-BE49-F238E27FC236}">
                <a16:creationId xmlns:a16="http://schemas.microsoft.com/office/drawing/2014/main" id="{51F2CA4D-1283-49AC-940D-BB9FE1F12B4E}"/>
              </a:ext>
            </a:extLst>
          </p:cNvPr>
          <p:cNvSpPr>
            <a:spLocks noGrp="1"/>
          </p:cNvSpPr>
          <p:nvPr/>
        </p:nvSpPr>
        <p:spPr>
          <a:xfrm>
            <a:off x="3524250" y="2863596"/>
            <a:ext cx="2381250" cy="48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24×64×64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features[3]</a:t>
            </a:r>
          </a:p>
        </p:txBody>
      </p:sp>
      <p:sp>
        <p:nvSpPr>
          <p:cNvPr id="21" name="shape-182">
            <a:extLst>
              <a:ext uri="{FF2B5EF4-FFF2-40B4-BE49-F238E27FC236}">
                <a16:creationId xmlns:a16="http://schemas.microsoft.com/office/drawing/2014/main" id="{9BAEE202-96D7-4596-A895-91A1BFB07E48}"/>
              </a:ext>
            </a:extLst>
          </p:cNvPr>
          <p:cNvSpPr>
            <a:spLocks noGrp="1"/>
          </p:cNvSpPr>
          <p:nvPr/>
        </p:nvSpPr>
        <p:spPr>
          <a:xfrm>
            <a:off x="5999798" y="2885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2" name="shape-183">
            <a:extLst>
              <a:ext uri="{FF2B5EF4-FFF2-40B4-BE49-F238E27FC236}">
                <a16:creationId xmlns:a16="http://schemas.microsoft.com/office/drawing/2014/main" id="{3BC57E33-7D22-45B9-A8EA-BC756C92F31D}"/>
              </a:ext>
            </a:extLst>
          </p:cNvPr>
          <p:cNvSpPr>
            <a:spLocks noGrp="1"/>
          </p:cNvSpPr>
          <p:nvPr/>
        </p:nvSpPr>
        <p:spPr>
          <a:xfrm>
            <a:off x="6285548" y="2885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07" name="直接箭头连接符 106"/>
          <p:cNvCxnSpPr>
            <a:stCxn id="21" idx="3"/>
            <a:endCxn id="22" idx="1"/>
          </p:cNvCxnSpPr>
          <p:nvPr/>
        </p:nvCxnSpPr>
        <p:spPr>
          <a:xfrm>
            <a:off x="6001703" y="2886076"/>
            <a:ext cx="283845" cy="0"/>
          </a:xfrm>
          <a:prstGeom prst="straightConnector1">
            <a:avLst/>
          </a:prstGeom>
          <a:ln w="19050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24" name="shape-184">
            <a:extLst>
              <a:ext uri="{FF2B5EF4-FFF2-40B4-BE49-F238E27FC236}">
                <a16:creationId xmlns:a16="http://schemas.microsoft.com/office/drawing/2014/main" id="{4757CE64-46B4-429D-8BC8-538BBE53EF99}"/>
              </a:ext>
            </a:extLst>
          </p:cNvPr>
          <p:cNvSpPr>
            <a:spLocks noGrp="1"/>
          </p:cNvSpPr>
          <p:nvPr/>
        </p:nvSpPr>
        <p:spPr>
          <a:xfrm>
            <a:off x="6286500" y="2324100"/>
            <a:ext cx="2571750" cy="1123950"/>
          </a:xfrm>
          <a:prstGeom prst="roundRect">
            <a:avLst>
              <a:gd name="adj" fmla="val 5932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25" name="shape-185">
            <a:extLst>
              <a:ext uri="{FF2B5EF4-FFF2-40B4-BE49-F238E27FC236}">
                <a16:creationId xmlns:a16="http://schemas.microsoft.com/office/drawing/2014/main" id="{2B7A911F-1126-439D-93D9-42E73E5CBE88}"/>
              </a:ext>
            </a:extLst>
          </p:cNvPr>
          <p:cNvSpPr>
            <a:spLocks noGrp="1"/>
          </p:cNvSpPr>
          <p:nvPr/>
        </p:nvSpPr>
        <p:spPr>
          <a:xfrm>
            <a:off x="6381750" y="2409825"/>
            <a:ext cx="2381250" cy="5057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e3  /  stride 8</a:t>
            </a:r>
          </a:p>
        </p:txBody>
      </p:sp>
      <p:sp>
        <p:nvSpPr>
          <p:cNvPr id="26" name="shape-186">
            <a:extLst>
              <a:ext uri="{FF2B5EF4-FFF2-40B4-BE49-F238E27FC236}">
                <a16:creationId xmlns:a16="http://schemas.microsoft.com/office/drawing/2014/main" id="{FC291C78-BA8B-4D68-9C13-E8003642234B}"/>
              </a:ext>
            </a:extLst>
          </p:cNvPr>
          <p:cNvSpPr>
            <a:spLocks noGrp="1"/>
          </p:cNvSpPr>
          <p:nvPr/>
        </p:nvSpPr>
        <p:spPr>
          <a:xfrm>
            <a:off x="6381750" y="2863596"/>
            <a:ext cx="2381250" cy="48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32×32×32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features[6]</a:t>
            </a:r>
          </a:p>
        </p:txBody>
      </p:sp>
      <p:sp>
        <p:nvSpPr>
          <p:cNvPr id="27" name="shape-187">
            <a:extLst>
              <a:ext uri="{FF2B5EF4-FFF2-40B4-BE49-F238E27FC236}">
                <a16:creationId xmlns:a16="http://schemas.microsoft.com/office/drawing/2014/main" id="{5266E365-0D2C-4563-AC10-8BA070001A0A}"/>
              </a:ext>
            </a:extLst>
          </p:cNvPr>
          <p:cNvSpPr>
            <a:spLocks noGrp="1"/>
          </p:cNvSpPr>
          <p:nvPr/>
        </p:nvSpPr>
        <p:spPr>
          <a:xfrm>
            <a:off x="8857298" y="2885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8" name="shape-188">
            <a:extLst>
              <a:ext uri="{FF2B5EF4-FFF2-40B4-BE49-F238E27FC236}">
                <a16:creationId xmlns:a16="http://schemas.microsoft.com/office/drawing/2014/main" id="{3B9A14B9-7DE7-4FFB-A9A7-DC6E31394191}"/>
              </a:ext>
            </a:extLst>
          </p:cNvPr>
          <p:cNvSpPr>
            <a:spLocks noGrp="1"/>
          </p:cNvSpPr>
          <p:nvPr/>
        </p:nvSpPr>
        <p:spPr>
          <a:xfrm>
            <a:off x="9143048" y="2885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13" name="直接箭头连接符 112"/>
          <p:cNvCxnSpPr>
            <a:stCxn id="27" idx="3"/>
            <a:endCxn id="28" idx="1"/>
          </p:cNvCxnSpPr>
          <p:nvPr/>
        </p:nvCxnSpPr>
        <p:spPr>
          <a:xfrm>
            <a:off x="8859203" y="2886076"/>
            <a:ext cx="283845" cy="0"/>
          </a:xfrm>
          <a:prstGeom prst="straightConnector1">
            <a:avLst/>
          </a:prstGeom>
          <a:ln w="19050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30" name="shape-189">
            <a:extLst>
              <a:ext uri="{FF2B5EF4-FFF2-40B4-BE49-F238E27FC236}">
                <a16:creationId xmlns:a16="http://schemas.microsoft.com/office/drawing/2014/main" id="{B826DAA2-D8CB-472C-9855-DCDA890FD175}"/>
              </a:ext>
            </a:extLst>
          </p:cNvPr>
          <p:cNvSpPr>
            <a:spLocks noGrp="1"/>
          </p:cNvSpPr>
          <p:nvPr/>
        </p:nvSpPr>
        <p:spPr>
          <a:xfrm>
            <a:off x="9144000" y="2324100"/>
            <a:ext cx="2571750" cy="1123950"/>
          </a:xfrm>
          <a:prstGeom prst="roundRect">
            <a:avLst>
              <a:gd name="adj" fmla="val 5932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31" name="shape-190">
            <a:extLst>
              <a:ext uri="{FF2B5EF4-FFF2-40B4-BE49-F238E27FC236}">
                <a16:creationId xmlns:a16="http://schemas.microsoft.com/office/drawing/2014/main" id="{55B37F9F-F314-4F2D-A940-5CFFD181336A}"/>
              </a:ext>
            </a:extLst>
          </p:cNvPr>
          <p:cNvSpPr>
            <a:spLocks noGrp="1"/>
          </p:cNvSpPr>
          <p:nvPr/>
        </p:nvSpPr>
        <p:spPr>
          <a:xfrm>
            <a:off x="9239250" y="2409825"/>
            <a:ext cx="2381250" cy="5057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e4  /  stride 16</a:t>
            </a:r>
          </a:p>
        </p:txBody>
      </p:sp>
      <p:sp>
        <p:nvSpPr>
          <p:cNvPr id="32" name="shape-191">
            <a:extLst>
              <a:ext uri="{FF2B5EF4-FFF2-40B4-BE49-F238E27FC236}">
                <a16:creationId xmlns:a16="http://schemas.microsoft.com/office/drawing/2014/main" id="{D61784F7-4CEE-49EB-B162-413EDA34797C}"/>
              </a:ext>
            </a:extLst>
          </p:cNvPr>
          <p:cNvSpPr>
            <a:spLocks noGrp="1"/>
          </p:cNvSpPr>
          <p:nvPr/>
        </p:nvSpPr>
        <p:spPr>
          <a:xfrm>
            <a:off x="9239250" y="2863596"/>
            <a:ext cx="2381250" cy="48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96×16×16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features[13]</a:t>
            </a:r>
          </a:p>
        </p:txBody>
      </p:sp>
      <p:sp>
        <p:nvSpPr>
          <p:cNvPr id="33" name="shape-192">
            <a:extLst>
              <a:ext uri="{FF2B5EF4-FFF2-40B4-BE49-F238E27FC236}">
                <a16:creationId xmlns:a16="http://schemas.microsoft.com/office/drawing/2014/main" id="{30EA41DF-E992-4597-A139-556E39108DB8}"/>
              </a:ext>
            </a:extLst>
          </p:cNvPr>
          <p:cNvSpPr>
            <a:spLocks noGrp="1"/>
          </p:cNvSpPr>
          <p:nvPr/>
        </p:nvSpPr>
        <p:spPr>
          <a:xfrm>
            <a:off x="11714798" y="2885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4" name="shape-193">
            <a:extLst>
              <a:ext uri="{FF2B5EF4-FFF2-40B4-BE49-F238E27FC236}">
                <a16:creationId xmlns:a16="http://schemas.microsoft.com/office/drawing/2014/main" id="{1500053A-F4BC-4E3D-B2E0-CABE7F517DBA}"/>
              </a:ext>
            </a:extLst>
          </p:cNvPr>
          <p:cNvSpPr>
            <a:spLocks noGrp="1"/>
          </p:cNvSpPr>
          <p:nvPr/>
        </p:nvSpPr>
        <p:spPr>
          <a:xfrm>
            <a:off x="12000548" y="2885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19" name="直接箭头连接符 118"/>
          <p:cNvCxnSpPr>
            <a:stCxn id="33" idx="3"/>
            <a:endCxn id="34" idx="1"/>
          </p:cNvCxnSpPr>
          <p:nvPr/>
        </p:nvCxnSpPr>
        <p:spPr>
          <a:xfrm>
            <a:off x="11716703" y="2886076"/>
            <a:ext cx="283845" cy="0"/>
          </a:xfrm>
          <a:prstGeom prst="straightConnector1">
            <a:avLst/>
          </a:prstGeom>
          <a:ln w="19050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36" name="shape-194">
            <a:extLst>
              <a:ext uri="{FF2B5EF4-FFF2-40B4-BE49-F238E27FC236}">
                <a16:creationId xmlns:a16="http://schemas.microsoft.com/office/drawing/2014/main" id="{21A928FC-7280-47A2-8C42-F4BBAF9281BB}"/>
              </a:ext>
            </a:extLst>
          </p:cNvPr>
          <p:cNvSpPr>
            <a:spLocks noGrp="1"/>
          </p:cNvSpPr>
          <p:nvPr/>
        </p:nvSpPr>
        <p:spPr>
          <a:xfrm>
            <a:off x="12001500" y="2324100"/>
            <a:ext cx="2571750" cy="1123950"/>
          </a:xfrm>
          <a:prstGeom prst="roundRect">
            <a:avLst>
              <a:gd name="adj" fmla="val 5932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37" name="shape-195">
            <a:extLst>
              <a:ext uri="{FF2B5EF4-FFF2-40B4-BE49-F238E27FC236}">
                <a16:creationId xmlns:a16="http://schemas.microsoft.com/office/drawing/2014/main" id="{90FE52DD-8E14-49E2-AB05-4387F4AA9055}"/>
              </a:ext>
            </a:extLst>
          </p:cNvPr>
          <p:cNvSpPr>
            <a:spLocks noGrp="1"/>
          </p:cNvSpPr>
          <p:nvPr/>
        </p:nvSpPr>
        <p:spPr>
          <a:xfrm>
            <a:off x="12096750" y="2409825"/>
            <a:ext cx="2381250" cy="5057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e5  /  stride 32</a:t>
            </a:r>
          </a:p>
        </p:txBody>
      </p:sp>
      <p:sp>
        <p:nvSpPr>
          <p:cNvPr id="38" name="shape-196">
            <a:extLst>
              <a:ext uri="{FF2B5EF4-FFF2-40B4-BE49-F238E27FC236}">
                <a16:creationId xmlns:a16="http://schemas.microsoft.com/office/drawing/2014/main" id="{5A5BF367-9645-4134-B5E3-964371232233}"/>
              </a:ext>
            </a:extLst>
          </p:cNvPr>
          <p:cNvSpPr>
            <a:spLocks noGrp="1"/>
          </p:cNvSpPr>
          <p:nvPr/>
        </p:nvSpPr>
        <p:spPr>
          <a:xfrm>
            <a:off x="12096750" y="2863596"/>
            <a:ext cx="2381250" cy="483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320×8×8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features[17]</a:t>
            </a:r>
          </a:p>
        </p:txBody>
      </p:sp>
      <p:sp>
        <p:nvSpPr>
          <p:cNvPr id="39" name="shape-197">
            <a:extLst>
              <a:ext uri="{FF2B5EF4-FFF2-40B4-BE49-F238E27FC236}">
                <a16:creationId xmlns:a16="http://schemas.microsoft.com/office/drawing/2014/main" id="{042601FC-C1E7-4ECE-A75A-C2137094A300}"/>
              </a:ext>
            </a:extLst>
          </p:cNvPr>
          <p:cNvSpPr>
            <a:spLocks noGrp="1"/>
          </p:cNvSpPr>
          <p:nvPr/>
        </p:nvSpPr>
        <p:spPr>
          <a:xfrm>
            <a:off x="571500" y="3895725"/>
            <a:ext cx="381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4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2400" b="1" dirty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残差</a:t>
            </a:r>
            <a:r>
              <a:rPr sz="2400" b="1" dirty="0" err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块内部</a:t>
            </a:r>
            <a:endParaRPr sz="2400" b="1" dirty="0">
              <a:solidFill>
                <a:srgbClr val="17304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shape-198">
            <a:extLst>
              <a:ext uri="{FF2B5EF4-FFF2-40B4-BE49-F238E27FC236}">
                <a16:creationId xmlns:a16="http://schemas.microsoft.com/office/drawing/2014/main" id="{47100C06-E4B1-43E8-B19F-F9841F05032E}"/>
              </a:ext>
            </a:extLst>
          </p:cNvPr>
          <p:cNvSpPr>
            <a:spLocks noGrp="1"/>
          </p:cNvSpPr>
          <p:nvPr/>
        </p:nvSpPr>
        <p:spPr>
          <a:xfrm>
            <a:off x="666750" y="4886325"/>
            <a:ext cx="1428750" cy="952500"/>
          </a:xfrm>
          <a:prstGeom prst="roundRect">
            <a:avLst>
              <a:gd name="adj" fmla="val 7000"/>
            </a:avLst>
          </a:prstGeom>
          <a:solidFill>
            <a:srgbClr val="F2F5F7"/>
          </a:solidFill>
          <a:ln w="15240">
            <a:solidFill>
              <a:srgbClr val="738492"/>
            </a:solidFill>
            <a:prstDash val="solid"/>
          </a:ln>
        </p:spPr>
      </p:sp>
      <p:sp>
        <p:nvSpPr>
          <p:cNvPr id="41" name="shape-199">
            <a:extLst>
              <a:ext uri="{FF2B5EF4-FFF2-40B4-BE49-F238E27FC236}">
                <a16:creationId xmlns:a16="http://schemas.microsoft.com/office/drawing/2014/main" id="{0F3E8B47-D20B-4B75-9273-8BB7FCAFDC13}"/>
              </a:ext>
            </a:extLst>
          </p:cNvPr>
          <p:cNvSpPr>
            <a:spLocks noGrp="1"/>
          </p:cNvSpPr>
          <p:nvPr/>
        </p:nvSpPr>
        <p:spPr>
          <a:xfrm>
            <a:off x="762000" y="4972050"/>
            <a:ext cx="1238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rPr>
              <a:t>输入 x</a:t>
            </a:r>
          </a:p>
        </p:txBody>
      </p:sp>
      <p:sp>
        <p:nvSpPr>
          <p:cNvPr id="42" name="shape-200">
            <a:extLst>
              <a:ext uri="{FF2B5EF4-FFF2-40B4-BE49-F238E27FC236}">
                <a16:creationId xmlns:a16="http://schemas.microsoft.com/office/drawing/2014/main" id="{597FB2A0-5497-4E2A-84DE-19E1A1E7815A}"/>
              </a:ext>
            </a:extLst>
          </p:cNvPr>
          <p:cNvSpPr>
            <a:spLocks noGrp="1"/>
          </p:cNvSpPr>
          <p:nvPr/>
        </p:nvSpPr>
        <p:spPr>
          <a:xfrm>
            <a:off x="762000" y="5343525"/>
            <a:ext cx="12382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Cᵢₙ×h×w</a:t>
            </a:r>
          </a:p>
        </p:txBody>
      </p:sp>
      <p:sp>
        <p:nvSpPr>
          <p:cNvPr id="43" name="shape-201">
            <a:extLst>
              <a:ext uri="{FF2B5EF4-FFF2-40B4-BE49-F238E27FC236}">
                <a16:creationId xmlns:a16="http://schemas.microsoft.com/office/drawing/2014/main" id="{0BCC4EEB-64B2-4E38-9EDD-7A10D8E7F305}"/>
              </a:ext>
            </a:extLst>
          </p:cNvPr>
          <p:cNvSpPr>
            <a:spLocks noGrp="1"/>
          </p:cNvSpPr>
          <p:nvPr/>
        </p:nvSpPr>
        <p:spPr>
          <a:xfrm>
            <a:off x="3143250" y="4886325"/>
            <a:ext cx="2238375" cy="952500"/>
          </a:xfrm>
          <a:prstGeom prst="roundRect">
            <a:avLst>
              <a:gd name="adj" fmla="val 7000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44" name="shape-202">
            <a:extLst>
              <a:ext uri="{FF2B5EF4-FFF2-40B4-BE49-F238E27FC236}">
                <a16:creationId xmlns:a16="http://schemas.microsoft.com/office/drawing/2014/main" id="{7937A6ED-F2C4-4D43-90D6-E2E251F8A762}"/>
              </a:ext>
            </a:extLst>
          </p:cNvPr>
          <p:cNvSpPr>
            <a:spLocks noGrp="1"/>
          </p:cNvSpPr>
          <p:nvPr/>
        </p:nvSpPr>
        <p:spPr>
          <a:xfrm>
            <a:off x="3238500" y="4972050"/>
            <a:ext cx="204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PW 1×1 扩张</a:t>
            </a:r>
          </a:p>
        </p:txBody>
      </p:sp>
      <p:sp>
        <p:nvSpPr>
          <p:cNvPr id="45" name="shape-203">
            <a:extLst>
              <a:ext uri="{FF2B5EF4-FFF2-40B4-BE49-F238E27FC236}">
                <a16:creationId xmlns:a16="http://schemas.microsoft.com/office/drawing/2014/main" id="{A73F7474-D2AA-405F-9FCA-8FD08F31451A}"/>
              </a:ext>
            </a:extLst>
          </p:cNvPr>
          <p:cNvSpPr>
            <a:spLocks noGrp="1"/>
          </p:cNvSpPr>
          <p:nvPr/>
        </p:nvSpPr>
        <p:spPr>
          <a:xfrm>
            <a:off x="3238500" y="5343525"/>
            <a:ext cx="2047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BN + ReLU6</a:t>
            </a:r>
          </a:p>
        </p:txBody>
      </p:sp>
      <p:sp>
        <p:nvSpPr>
          <p:cNvPr id="46" name="shape-204">
            <a:extLst>
              <a:ext uri="{FF2B5EF4-FFF2-40B4-BE49-F238E27FC236}">
                <a16:creationId xmlns:a16="http://schemas.microsoft.com/office/drawing/2014/main" id="{BF3BCDE3-4062-4686-9C17-C21453A50B2A}"/>
              </a:ext>
            </a:extLst>
          </p:cNvPr>
          <p:cNvSpPr>
            <a:spLocks noGrp="1"/>
          </p:cNvSpPr>
          <p:nvPr/>
        </p:nvSpPr>
        <p:spPr>
          <a:xfrm>
            <a:off x="6429375" y="4886325"/>
            <a:ext cx="2286000" cy="952500"/>
          </a:xfrm>
          <a:prstGeom prst="roundRect">
            <a:avLst>
              <a:gd name="adj" fmla="val 7000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47" name="shape-205">
            <a:extLst>
              <a:ext uri="{FF2B5EF4-FFF2-40B4-BE49-F238E27FC236}">
                <a16:creationId xmlns:a16="http://schemas.microsoft.com/office/drawing/2014/main" id="{A95CAC4C-3524-4686-A7C8-B05D0A51A2D5}"/>
              </a:ext>
            </a:extLst>
          </p:cNvPr>
          <p:cNvSpPr>
            <a:spLocks noGrp="1"/>
          </p:cNvSpPr>
          <p:nvPr/>
        </p:nvSpPr>
        <p:spPr>
          <a:xfrm>
            <a:off x="6524625" y="4972050"/>
            <a:ext cx="209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DW 3×3</a:t>
            </a:r>
          </a:p>
        </p:txBody>
      </p:sp>
      <p:sp>
        <p:nvSpPr>
          <p:cNvPr id="48" name="shape-206">
            <a:extLst>
              <a:ext uri="{FF2B5EF4-FFF2-40B4-BE49-F238E27FC236}">
                <a16:creationId xmlns:a16="http://schemas.microsoft.com/office/drawing/2014/main" id="{C3E5CC29-CA85-4C66-940B-A66F6AA8B5DC}"/>
              </a:ext>
            </a:extLst>
          </p:cNvPr>
          <p:cNvSpPr>
            <a:spLocks noGrp="1"/>
          </p:cNvSpPr>
          <p:nvPr/>
        </p:nvSpPr>
        <p:spPr>
          <a:xfrm>
            <a:off x="6524625" y="5343525"/>
            <a:ext cx="2095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BN + ReLU6</a:t>
            </a:r>
          </a:p>
        </p:txBody>
      </p:sp>
      <p:sp>
        <p:nvSpPr>
          <p:cNvPr id="49" name="shape-207">
            <a:extLst>
              <a:ext uri="{FF2B5EF4-FFF2-40B4-BE49-F238E27FC236}">
                <a16:creationId xmlns:a16="http://schemas.microsoft.com/office/drawing/2014/main" id="{95F2FFDD-1369-4E3D-8A3F-A41586343485}"/>
              </a:ext>
            </a:extLst>
          </p:cNvPr>
          <p:cNvSpPr>
            <a:spLocks noGrp="1"/>
          </p:cNvSpPr>
          <p:nvPr/>
        </p:nvSpPr>
        <p:spPr>
          <a:xfrm>
            <a:off x="9763125" y="4886325"/>
            <a:ext cx="2238375" cy="952500"/>
          </a:xfrm>
          <a:prstGeom prst="roundRect">
            <a:avLst>
              <a:gd name="adj" fmla="val 7000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50" name="shape-208">
            <a:extLst>
              <a:ext uri="{FF2B5EF4-FFF2-40B4-BE49-F238E27FC236}">
                <a16:creationId xmlns:a16="http://schemas.microsoft.com/office/drawing/2014/main" id="{606AE3BC-E401-47EA-80CB-3D46EBED121A}"/>
              </a:ext>
            </a:extLst>
          </p:cNvPr>
          <p:cNvSpPr>
            <a:spLocks noGrp="1"/>
          </p:cNvSpPr>
          <p:nvPr/>
        </p:nvSpPr>
        <p:spPr>
          <a:xfrm>
            <a:off x="9858375" y="4972050"/>
            <a:ext cx="204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PW 1×1 投影</a:t>
            </a:r>
          </a:p>
        </p:txBody>
      </p:sp>
      <p:sp>
        <p:nvSpPr>
          <p:cNvPr id="51" name="shape-209">
            <a:extLst>
              <a:ext uri="{FF2B5EF4-FFF2-40B4-BE49-F238E27FC236}">
                <a16:creationId xmlns:a16="http://schemas.microsoft.com/office/drawing/2014/main" id="{AAEA478F-0787-4490-AD41-F84AFAC139FE}"/>
              </a:ext>
            </a:extLst>
          </p:cNvPr>
          <p:cNvSpPr>
            <a:spLocks noGrp="1"/>
          </p:cNvSpPr>
          <p:nvPr/>
        </p:nvSpPr>
        <p:spPr>
          <a:xfrm>
            <a:off x="9858375" y="5343525"/>
            <a:ext cx="2047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BN，线性输出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0B778451-7E23-4FBE-A368-FECBE6A4D9A1}"/>
              </a:ext>
            </a:extLst>
          </p:cNvPr>
          <p:cNvSpPr>
            <a:spLocks noGrp="1"/>
          </p:cNvSpPr>
          <p:nvPr/>
        </p:nvSpPr>
        <p:spPr>
          <a:xfrm>
            <a:off x="12725400" y="5133975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6A9B"/>
            </a:solidFill>
          </a:ln>
        </p:spPr>
      </p:sp>
      <p:sp>
        <p:nvSpPr>
          <p:cNvPr id="53" name="shape-210">
            <a:extLst>
              <a:ext uri="{FF2B5EF4-FFF2-40B4-BE49-F238E27FC236}">
                <a16:creationId xmlns:a16="http://schemas.microsoft.com/office/drawing/2014/main" id="{133BDEC6-4822-4FC0-B9A4-5748A08E9D39}"/>
              </a:ext>
            </a:extLst>
          </p:cNvPr>
          <p:cNvSpPr>
            <a:spLocks noGrp="1"/>
          </p:cNvSpPr>
          <p:nvPr/>
        </p:nvSpPr>
        <p:spPr>
          <a:xfrm>
            <a:off x="12725400" y="5133975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+</a:t>
            </a:r>
          </a:p>
        </p:txBody>
      </p:sp>
      <p:sp>
        <p:nvSpPr>
          <p:cNvPr id="54" name="shape-211">
            <a:extLst>
              <a:ext uri="{FF2B5EF4-FFF2-40B4-BE49-F238E27FC236}">
                <a16:creationId xmlns:a16="http://schemas.microsoft.com/office/drawing/2014/main" id="{7F6DA924-B7FD-40D5-89D6-EAF0279380A7}"/>
              </a:ext>
            </a:extLst>
          </p:cNvPr>
          <p:cNvSpPr>
            <a:spLocks noGrp="1"/>
          </p:cNvSpPr>
          <p:nvPr/>
        </p:nvSpPr>
        <p:spPr>
          <a:xfrm>
            <a:off x="13716000" y="4933950"/>
            <a:ext cx="952500" cy="857250"/>
          </a:xfrm>
          <a:prstGeom prst="roundRect">
            <a:avLst>
              <a:gd name="adj" fmla="val 7778"/>
            </a:avLst>
          </a:prstGeom>
          <a:solidFill>
            <a:srgbClr val="F2F5F7"/>
          </a:solidFill>
          <a:ln w="15240">
            <a:solidFill>
              <a:srgbClr val="738492"/>
            </a:solidFill>
            <a:prstDash val="solid"/>
          </a:ln>
        </p:spPr>
      </p:sp>
      <p:sp>
        <p:nvSpPr>
          <p:cNvPr id="55" name="shape-212">
            <a:extLst>
              <a:ext uri="{FF2B5EF4-FFF2-40B4-BE49-F238E27FC236}">
                <a16:creationId xmlns:a16="http://schemas.microsoft.com/office/drawing/2014/main" id="{C287BA6F-1C89-4917-998A-1777D9E89132}"/>
              </a:ext>
            </a:extLst>
          </p:cNvPr>
          <p:cNvSpPr>
            <a:spLocks noGrp="1"/>
          </p:cNvSpPr>
          <p:nvPr/>
        </p:nvSpPr>
        <p:spPr>
          <a:xfrm>
            <a:off x="13811250" y="5010150"/>
            <a:ext cx="762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rPr>
              <a:t>y</a:t>
            </a:r>
          </a:p>
        </p:txBody>
      </p:sp>
      <p:sp>
        <p:nvSpPr>
          <p:cNvPr id="56" name="shape-213">
            <a:extLst>
              <a:ext uri="{FF2B5EF4-FFF2-40B4-BE49-F238E27FC236}">
                <a16:creationId xmlns:a16="http://schemas.microsoft.com/office/drawing/2014/main" id="{63D64AD3-A005-49A3-8C3D-A7D580B1702C}"/>
              </a:ext>
            </a:extLst>
          </p:cNvPr>
          <p:cNvSpPr>
            <a:spLocks noGrp="1"/>
          </p:cNvSpPr>
          <p:nvPr/>
        </p:nvSpPr>
        <p:spPr>
          <a:xfrm>
            <a:off x="2094548" y="53616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7" name="shape-214">
            <a:extLst>
              <a:ext uri="{FF2B5EF4-FFF2-40B4-BE49-F238E27FC236}">
                <a16:creationId xmlns:a16="http://schemas.microsoft.com/office/drawing/2014/main" id="{24C89243-9655-4FE7-A0D6-F53F4CA4380F}"/>
              </a:ext>
            </a:extLst>
          </p:cNvPr>
          <p:cNvSpPr>
            <a:spLocks noGrp="1"/>
          </p:cNvSpPr>
          <p:nvPr/>
        </p:nvSpPr>
        <p:spPr>
          <a:xfrm>
            <a:off x="3142298" y="53616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2" name="直接箭头连接符 141"/>
          <p:cNvCxnSpPr>
            <a:stCxn id="56" idx="3"/>
            <a:endCxn id="57" idx="1"/>
          </p:cNvCxnSpPr>
          <p:nvPr/>
        </p:nvCxnSpPr>
        <p:spPr>
          <a:xfrm>
            <a:off x="2096453" y="5362576"/>
            <a:ext cx="104584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59" name="shape-215">
            <a:extLst>
              <a:ext uri="{FF2B5EF4-FFF2-40B4-BE49-F238E27FC236}">
                <a16:creationId xmlns:a16="http://schemas.microsoft.com/office/drawing/2014/main" id="{060BD4A4-2E68-4A32-8E7A-2D312B7FE4EB}"/>
              </a:ext>
            </a:extLst>
          </p:cNvPr>
          <p:cNvSpPr>
            <a:spLocks noGrp="1"/>
          </p:cNvSpPr>
          <p:nvPr/>
        </p:nvSpPr>
        <p:spPr>
          <a:xfrm>
            <a:off x="5380673" y="53616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0" name="shape-216">
            <a:extLst>
              <a:ext uri="{FF2B5EF4-FFF2-40B4-BE49-F238E27FC236}">
                <a16:creationId xmlns:a16="http://schemas.microsoft.com/office/drawing/2014/main" id="{BB2BA672-EBE2-4D6E-87BF-DAB030A12548}"/>
              </a:ext>
            </a:extLst>
          </p:cNvPr>
          <p:cNvSpPr>
            <a:spLocks noGrp="1"/>
          </p:cNvSpPr>
          <p:nvPr/>
        </p:nvSpPr>
        <p:spPr>
          <a:xfrm>
            <a:off x="6428423" y="53616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5" name="直接箭头连接符 144"/>
          <p:cNvCxnSpPr>
            <a:stCxn id="59" idx="3"/>
            <a:endCxn id="60" idx="1"/>
          </p:cNvCxnSpPr>
          <p:nvPr/>
        </p:nvCxnSpPr>
        <p:spPr>
          <a:xfrm>
            <a:off x="5382578" y="5362576"/>
            <a:ext cx="104584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62" name="shape-217">
            <a:extLst>
              <a:ext uri="{FF2B5EF4-FFF2-40B4-BE49-F238E27FC236}">
                <a16:creationId xmlns:a16="http://schemas.microsoft.com/office/drawing/2014/main" id="{6FD27573-59A7-40FB-B362-BA8970A146B3}"/>
              </a:ext>
            </a:extLst>
          </p:cNvPr>
          <p:cNvSpPr>
            <a:spLocks noGrp="1"/>
          </p:cNvSpPr>
          <p:nvPr/>
        </p:nvSpPr>
        <p:spPr>
          <a:xfrm>
            <a:off x="8714423" y="53616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3" name="shape-218">
            <a:extLst>
              <a:ext uri="{FF2B5EF4-FFF2-40B4-BE49-F238E27FC236}">
                <a16:creationId xmlns:a16="http://schemas.microsoft.com/office/drawing/2014/main" id="{C1040574-B5A2-4534-A21F-EAA5CE3FF3D1}"/>
              </a:ext>
            </a:extLst>
          </p:cNvPr>
          <p:cNvSpPr>
            <a:spLocks noGrp="1"/>
          </p:cNvSpPr>
          <p:nvPr/>
        </p:nvSpPr>
        <p:spPr>
          <a:xfrm>
            <a:off x="9762173" y="53616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8" name="直接箭头连接符 147"/>
          <p:cNvCxnSpPr>
            <a:stCxn id="62" idx="3"/>
            <a:endCxn id="63" idx="1"/>
          </p:cNvCxnSpPr>
          <p:nvPr/>
        </p:nvCxnSpPr>
        <p:spPr>
          <a:xfrm>
            <a:off x="8716328" y="5362576"/>
            <a:ext cx="104584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65" name="shape-219">
            <a:extLst>
              <a:ext uri="{FF2B5EF4-FFF2-40B4-BE49-F238E27FC236}">
                <a16:creationId xmlns:a16="http://schemas.microsoft.com/office/drawing/2014/main" id="{BE572A9F-6D9C-4428-9A0C-BDE2116DF52C}"/>
              </a:ext>
            </a:extLst>
          </p:cNvPr>
          <p:cNvSpPr>
            <a:spLocks noGrp="1"/>
          </p:cNvSpPr>
          <p:nvPr/>
        </p:nvSpPr>
        <p:spPr>
          <a:xfrm>
            <a:off x="12000548" y="53616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6" name="shape-220">
            <a:extLst>
              <a:ext uri="{FF2B5EF4-FFF2-40B4-BE49-F238E27FC236}">
                <a16:creationId xmlns:a16="http://schemas.microsoft.com/office/drawing/2014/main" id="{3D70B8D8-5743-438A-82C0-E8BF3CE832DA}"/>
              </a:ext>
            </a:extLst>
          </p:cNvPr>
          <p:cNvSpPr>
            <a:spLocks noGrp="1"/>
          </p:cNvSpPr>
          <p:nvPr/>
        </p:nvSpPr>
        <p:spPr>
          <a:xfrm>
            <a:off x="12724448" y="53616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1" name="直接箭头连接符 150"/>
          <p:cNvCxnSpPr>
            <a:stCxn id="65" idx="3"/>
            <a:endCxn id="66" idx="1"/>
          </p:cNvCxnSpPr>
          <p:nvPr/>
        </p:nvCxnSpPr>
        <p:spPr>
          <a:xfrm>
            <a:off x="12002453" y="5362576"/>
            <a:ext cx="7219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68" name="shape-221">
            <a:extLst>
              <a:ext uri="{FF2B5EF4-FFF2-40B4-BE49-F238E27FC236}">
                <a16:creationId xmlns:a16="http://schemas.microsoft.com/office/drawing/2014/main" id="{7EEC4E67-DD49-4478-B9E4-7C6B2A023D69}"/>
              </a:ext>
            </a:extLst>
          </p:cNvPr>
          <p:cNvSpPr>
            <a:spLocks noGrp="1"/>
          </p:cNvSpPr>
          <p:nvPr/>
        </p:nvSpPr>
        <p:spPr>
          <a:xfrm>
            <a:off x="13181648" y="53616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9" name="shape-222">
            <a:extLst>
              <a:ext uri="{FF2B5EF4-FFF2-40B4-BE49-F238E27FC236}">
                <a16:creationId xmlns:a16="http://schemas.microsoft.com/office/drawing/2014/main" id="{2A1D871A-64C0-44F8-B4CA-99C04614E3D4}"/>
              </a:ext>
            </a:extLst>
          </p:cNvPr>
          <p:cNvSpPr>
            <a:spLocks noGrp="1"/>
          </p:cNvSpPr>
          <p:nvPr/>
        </p:nvSpPr>
        <p:spPr>
          <a:xfrm>
            <a:off x="13715048" y="53616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4" name="直接箭头连接符 153"/>
          <p:cNvCxnSpPr>
            <a:stCxn id="68" idx="3"/>
            <a:endCxn id="69" idx="1"/>
          </p:cNvCxnSpPr>
          <p:nvPr/>
        </p:nvCxnSpPr>
        <p:spPr>
          <a:xfrm>
            <a:off x="13183553" y="5362576"/>
            <a:ext cx="5314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71" name="shape-223">
            <a:extLst>
              <a:ext uri="{FF2B5EF4-FFF2-40B4-BE49-F238E27FC236}">
                <a16:creationId xmlns:a16="http://schemas.microsoft.com/office/drawing/2014/main" id="{E586B9E5-8909-4968-842E-C3FDC687C34A}"/>
              </a:ext>
            </a:extLst>
          </p:cNvPr>
          <p:cNvSpPr>
            <a:spLocks noGrp="1"/>
          </p:cNvSpPr>
          <p:nvPr/>
        </p:nvSpPr>
        <p:spPr>
          <a:xfrm>
            <a:off x="1380173" y="5837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2" name="shape-224">
            <a:extLst>
              <a:ext uri="{FF2B5EF4-FFF2-40B4-BE49-F238E27FC236}">
                <a16:creationId xmlns:a16="http://schemas.microsoft.com/office/drawing/2014/main" id="{02D6A48D-3E2E-4D5D-906E-03C7A94C8195}"/>
              </a:ext>
            </a:extLst>
          </p:cNvPr>
          <p:cNvSpPr>
            <a:spLocks noGrp="1"/>
          </p:cNvSpPr>
          <p:nvPr/>
        </p:nvSpPr>
        <p:spPr>
          <a:xfrm>
            <a:off x="1380173" y="6695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7" name="直接箭头连接符 156"/>
          <p:cNvCxnSpPr>
            <a:stCxn id="71" idx="3"/>
            <a:endCxn id="72" idx="1"/>
          </p:cNvCxnSpPr>
          <p:nvPr/>
        </p:nvCxnSpPr>
        <p:spPr>
          <a:xfrm flipH="1">
            <a:off x="1380173" y="5838826"/>
            <a:ext cx="1905" cy="857250"/>
          </a:xfrm>
          <a:prstGeom prst="straightConnector1">
            <a:avLst/>
          </a:prstGeom>
          <a:ln w="20955">
            <a:solidFill>
              <a:srgbClr val="738492"/>
            </a:solidFill>
            <a:prstDash val="dash"/>
            <a:tailEnd type="none" w="sm" len="sm"/>
          </a:ln>
        </p:spPr>
      </p:cxnSp>
      <p:sp>
        <p:nvSpPr>
          <p:cNvPr id="74" name="shape-225">
            <a:extLst>
              <a:ext uri="{FF2B5EF4-FFF2-40B4-BE49-F238E27FC236}">
                <a16:creationId xmlns:a16="http://schemas.microsoft.com/office/drawing/2014/main" id="{69CFB6F9-1415-4CE9-94DC-CD1BA0943C50}"/>
              </a:ext>
            </a:extLst>
          </p:cNvPr>
          <p:cNvSpPr>
            <a:spLocks noGrp="1"/>
          </p:cNvSpPr>
          <p:nvPr/>
        </p:nvSpPr>
        <p:spPr>
          <a:xfrm>
            <a:off x="1380173" y="6695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5" name="shape-226">
            <a:extLst>
              <a:ext uri="{FF2B5EF4-FFF2-40B4-BE49-F238E27FC236}">
                <a16:creationId xmlns:a16="http://schemas.microsoft.com/office/drawing/2014/main" id="{46C5493A-0CE6-4B7C-A9BF-C8A17FD38621}"/>
              </a:ext>
            </a:extLst>
          </p:cNvPr>
          <p:cNvSpPr>
            <a:spLocks noGrp="1"/>
          </p:cNvSpPr>
          <p:nvPr/>
        </p:nvSpPr>
        <p:spPr>
          <a:xfrm>
            <a:off x="12953048" y="6695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0" name="直接箭头连接符 159"/>
          <p:cNvCxnSpPr>
            <a:stCxn id="74" idx="3"/>
            <a:endCxn id="75" idx="1"/>
          </p:cNvCxnSpPr>
          <p:nvPr/>
        </p:nvCxnSpPr>
        <p:spPr>
          <a:xfrm>
            <a:off x="1382078" y="6696076"/>
            <a:ext cx="11570970" cy="0"/>
          </a:xfrm>
          <a:prstGeom prst="straightConnector1">
            <a:avLst/>
          </a:prstGeom>
          <a:ln w="20955">
            <a:solidFill>
              <a:srgbClr val="738492"/>
            </a:solidFill>
            <a:prstDash val="dash"/>
            <a:tailEnd type="none" w="sm" len="sm"/>
          </a:ln>
        </p:spPr>
      </p:cxnSp>
      <p:sp>
        <p:nvSpPr>
          <p:cNvPr id="77" name="shape-227">
            <a:extLst>
              <a:ext uri="{FF2B5EF4-FFF2-40B4-BE49-F238E27FC236}">
                <a16:creationId xmlns:a16="http://schemas.microsoft.com/office/drawing/2014/main" id="{81471FAD-0ACD-4073-A107-C74358EC7EDC}"/>
              </a:ext>
            </a:extLst>
          </p:cNvPr>
          <p:cNvSpPr>
            <a:spLocks noGrp="1"/>
          </p:cNvSpPr>
          <p:nvPr/>
        </p:nvSpPr>
        <p:spPr>
          <a:xfrm>
            <a:off x="12953048" y="6695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8" name="shape-228">
            <a:extLst>
              <a:ext uri="{FF2B5EF4-FFF2-40B4-BE49-F238E27FC236}">
                <a16:creationId xmlns:a16="http://schemas.microsoft.com/office/drawing/2014/main" id="{36F880D2-1854-4095-AC18-666781AE0F63}"/>
              </a:ext>
            </a:extLst>
          </p:cNvPr>
          <p:cNvSpPr>
            <a:spLocks noGrp="1"/>
          </p:cNvSpPr>
          <p:nvPr/>
        </p:nvSpPr>
        <p:spPr>
          <a:xfrm>
            <a:off x="12953048" y="5590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3" name="直接箭头连接符 162"/>
          <p:cNvCxnSpPr>
            <a:stCxn id="77" idx="3"/>
            <a:endCxn id="78" idx="1"/>
          </p:cNvCxnSpPr>
          <p:nvPr/>
        </p:nvCxnSpPr>
        <p:spPr>
          <a:xfrm flipH="1" flipV="1">
            <a:off x="12953048" y="5591176"/>
            <a:ext cx="1905" cy="1104900"/>
          </a:xfrm>
          <a:prstGeom prst="straightConnector1">
            <a:avLst/>
          </a:prstGeom>
          <a:ln w="20955">
            <a:solidFill>
              <a:srgbClr val="738492"/>
            </a:solidFill>
            <a:prstDash val="dash"/>
            <a:tailEnd type="triangle" w="sm" len="sm"/>
          </a:ln>
        </p:spPr>
      </p:cxnSp>
      <p:sp>
        <p:nvSpPr>
          <p:cNvPr id="80" name="shape-229">
            <a:extLst>
              <a:ext uri="{FF2B5EF4-FFF2-40B4-BE49-F238E27FC236}">
                <a16:creationId xmlns:a16="http://schemas.microsoft.com/office/drawing/2014/main" id="{63855903-CF8E-4141-BBAE-E3E069061004}"/>
              </a:ext>
            </a:extLst>
          </p:cNvPr>
          <p:cNvSpPr>
            <a:spLocks noGrp="1"/>
          </p:cNvSpPr>
          <p:nvPr/>
        </p:nvSpPr>
        <p:spPr>
          <a:xfrm>
            <a:off x="5953125" y="67818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可选恒等残差</a:t>
            </a:r>
          </a:p>
        </p:txBody>
      </p:sp>
      <p:sp>
        <p:nvSpPr>
          <p:cNvPr id="81" name="shape-230">
            <a:extLst>
              <a:ext uri="{FF2B5EF4-FFF2-40B4-BE49-F238E27FC236}">
                <a16:creationId xmlns:a16="http://schemas.microsoft.com/office/drawing/2014/main" id="{7A2FF736-7E27-4A8D-B7DE-B99A6D9A9F00}"/>
              </a:ext>
            </a:extLst>
          </p:cNvPr>
          <p:cNvSpPr>
            <a:spLocks noGrp="1"/>
          </p:cNvSpPr>
          <p:nvPr/>
        </p:nvSpPr>
        <p:spPr>
          <a:xfrm>
            <a:off x="3286125" y="5981700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Cᵢₙ → t·Cᵢₙ</a:t>
            </a:r>
          </a:p>
        </p:txBody>
      </p:sp>
      <p:sp>
        <p:nvSpPr>
          <p:cNvPr id="82" name="shape-231">
            <a:extLst>
              <a:ext uri="{FF2B5EF4-FFF2-40B4-BE49-F238E27FC236}">
                <a16:creationId xmlns:a16="http://schemas.microsoft.com/office/drawing/2014/main" id="{40C5BB1B-6662-4D30-9A28-AFB55A980F6D}"/>
              </a:ext>
            </a:extLst>
          </p:cNvPr>
          <p:cNvSpPr>
            <a:spLocks noGrp="1"/>
          </p:cNvSpPr>
          <p:nvPr/>
        </p:nvSpPr>
        <p:spPr>
          <a:xfrm>
            <a:off x="6477000" y="59817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stride = 1 / 2</a:t>
            </a:r>
          </a:p>
        </p:txBody>
      </p:sp>
      <p:sp>
        <p:nvSpPr>
          <p:cNvPr id="83" name="shape-232">
            <a:extLst>
              <a:ext uri="{FF2B5EF4-FFF2-40B4-BE49-F238E27FC236}">
                <a16:creationId xmlns:a16="http://schemas.microsoft.com/office/drawing/2014/main" id="{FB1CA3B5-2462-4EB2-A0EB-E409E99E97E7}"/>
              </a:ext>
            </a:extLst>
          </p:cNvPr>
          <p:cNvSpPr>
            <a:spLocks noGrp="1"/>
          </p:cNvSpPr>
          <p:nvPr/>
        </p:nvSpPr>
        <p:spPr>
          <a:xfrm>
            <a:off x="9810750" y="59817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t·Cᵢₙ → Cₒᵤₜ</a:t>
            </a:r>
          </a:p>
        </p:txBody>
      </p:sp>
      <p:sp>
        <p:nvSpPr>
          <p:cNvPr id="84" name="shape-233">
            <a:extLst>
              <a:ext uri="{FF2B5EF4-FFF2-40B4-BE49-F238E27FC236}">
                <a16:creationId xmlns:a16="http://schemas.microsoft.com/office/drawing/2014/main" id="{E789F2A3-D414-48DA-8044-B96CFE745D26}"/>
              </a:ext>
            </a:extLst>
          </p:cNvPr>
          <p:cNvSpPr>
            <a:spLocks noGrp="1"/>
          </p:cNvSpPr>
          <p:nvPr/>
        </p:nvSpPr>
        <p:spPr>
          <a:xfrm>
            <a:off x="590550" y="7334250"/>
            <a:ext cx="1390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五级输出后，代码仍执行未被返回的 1280 通道尾层；参数与计算量统计应保留这一口径。</a:t>
            </a:r>
          </a:p>
        </p:txBody>
      </p:sp>
    </p:spTree>
    <p:extLst>
      <p:ext uri="{BB962C8B-B14F-4D97-AF65-F5344CB8AC3E}">
        <p14:creationId xmlns:p14="http://schemas.microsoft.com/office/powerpoint/2010/main" val="76517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-234">
            <a:extLst>
              <a:ext uri="{FF2B5EF4-FFF2-40B4-BE49-F238E27FC236}">
                <a16:creationId xmlns:a16="http://schemas.microsoft.com/office/drawing/2014/main" id="{F37C177C-278B-48FB-AD37-7970F286460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400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 dirty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HFEA </a:t>
            </a:r>
            <a:r>
              <a:rPr sz="3300" b="1" dirty="0" err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多尺度编码特征聚合</a:t>
            </a:r>
            <a:endParaRPr sz="3300" b="1" dirty="0">
              <a:solidFill>
                <a:srgbClr val="17304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shape-235">
            <a:extLst>
              <a:ext uri="{FF2B5EF4-FFF2-40B4-BE49-F238E27FC236}">
                <a16:creationId xmlns:a16="http://schemas.microsoft.com/office/drawing/2014/main" id="{347900F2-DA55-403E-920E-8C06284B7BC1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390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相邻尺度先对齐尺寸与通道，再与中心尺度的投影特征做残差聚合</a:t>
            </a:r>
          </a:p>
        </p:txBody>
      </p:sp>
      <p:sp>
        <p:nvSpPr>
          <p:cNvPr id="3" name="shape-236">
            <a:extLst>
              <a:ext uri="{FF2B5EF4-FFF2-40B4-BE49-F238E27FC236}">
                <a16:creationId xmlns:a16="http://schemas.microsoft.com/office/drawing/2014/main" id="{D292BB5A-6CC6-4603-ADCC-A3DEA3C96D78}"/>
              </a:ext>
            </a:extLst>
          </p:cNvPr>
          <p:cNvSpPr>
            <a:spLocks noGrp="1"/>
          </p:cNvSpPr>
          <p:nvPr/>
        </p:nvSpPr>
        <p:spPr>
          <a:xfrm>
            <a:off x="570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shape-237">
            <a:extLst>
              <a:ext uri="{FF2B5EF4-FFF2-40B4-BE49-F238E27FC236}">
                <a16:creationId xmlns:a16="http://schemas.microsoft.com/office/drawing/2014/main" id="{60493B2D-2746-41FE-BFAD-2E5620A01E53}"/>
              </a:ext>
            </a:extLst>
          </p:cNvPr>
          <p:cNvSpPr>
            <a:spLocks noGrp="1"/>
          </p:cNvSpPr>
          <p:nvPr/>
        </p:nvSpPr>
        <p:spPr>
          <a:xfrm>
            <a:off x="14667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8" name="直接箭头连接符 97"/>
          <p:cNvCxnSpPr>
            <a:stCxn id="3" idx="3"/>
            <a:endCxn id="4" idx="1"/>
          </p:cNvCxnSpPr>
          <p:nvPr/>
        </p:nvCxnSpPr>
        <p:spPr>
          <a:xfrm>
            <a:off x="572453" y="1657351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6" name="shape-238">
            <a:extLst>
              <a:ext uri="{FF2B5EF4-FFF2-40B4-BE49-F238E27FC236}">
                <a16:creationId xmlns:a16="http://schemas.microsoft.com/office/drawing/2014/main" id="{6BA8FA48-F2D3-4218-9584-1A03C0B15AC3}"/>
              </a:ext>
            </a:extLst>
          </p:cNvPr>
          <p:cNvSpPr>
            <a:spLocks noGrp="1"/>
          </p:cNvSpPr>
          <p:nvPr/>
        </p:nvSpPr>
        <p:spPr>
          <a:xfrm>
            <a:off x="570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" name="shape-239">
            <a:extLst>
              <a:ext uri="{FF2B5EF4-FFF2-40B4-BE49-F238E27FC236}">
                <a16:creationId xmlns:a16="http://schemas.microsoft.com/office/drawing/2014/main" id="{90A19ADE-45EA-44D6-B224-739A61DDFE33}"/>
              </a:ext>
            </a:extLst>
          </p:cNvPr>
          <p:cNvSpPr>
            <a:spLocks noGrp="1"/>
          </p:cNvSpPr>
          <p:nvPr/>
        </p:nvSpPr>
        <p:spPr>
          <a:xfrm>
            <a:off x="14667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01" name="直接箭头连接符 100"/>
          <p:cNvCxnSpPr>
            <a:stCxn id="6" idx="3"/>
            <a:endCxn id="7" idx="1"/>
          </p:cNvCxnSpPr>
          <p:nvPr/>
        </p:nvCxnSpPr>
        <p:spPr>
          <a:xfrm>
            <a:off x="572453" y="7953376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9" name="shape-240">
            <a:extLst>
              <a:ext uri="{FF2B5EF4-FFF2-40B4-BE49-F238E27FC236}">
                <a16:creationId xmlns:a16="http://schemas.microsoft.com/office/drawing/2014/main" id="{0965A8F6-601F-4869-8E52-0F5AEF93B92A}"/>
              </a:ext>
            </a:extLst>
          </p:cNvPr>
          <p:cNvSpPr>
            <a:spLocks noGrp="1"/>
          </p:cNvSpPr>
          <p:nvPr/>
        </p:nvSpPr>
        <p:spPr>
          <a:xfrm>
            <a:off x="571500" y="8067675"/>
            <a:ext cx="1323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HFEA 在两时相间共享权重。CBR = Conv + BN + ReLU。图示 i=1,2,3；输出 s1–s4 的通道均为 64。</a:t>
            </a:r>
          </a:p>
        </p:txBody>
      </p:sp>
      <p:sp>
        <p:nvSpPr>
          <p:cNvPr id="10" name="shape-241">
            <a:extLst>
              <a:ext uri="{FF2B5EF4-FFF2-40B4-BE49-F238E27FC236}">
                <a16:creationId xmlns:a16="http://schemas.microsoft.com/office/drawing/2014/main" id="{478EE0F9-B44C-47B2-9053-4A58B9CD1E06}"/>
              </a:ext>
            </a:extLst>
          </p:cNvPr>
          <p:cNvSpPr>
            <a:spLocks noGrp="1"/>
          </p:cNvSpPr>
          <p:nvPr/>
        </p:nvSpPr>
        <p:spPr>
          <a:xfrm>
            <a:off x="14097000" y="806767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1" name="shape-242">
            <a:extLst>
              <a:ext uri="{FF2B5EF4-FFF2-40B4-BE49-F238E27FC236}">
                <a16:creationId xmlns:a16="http://schemas.microsoft.com/office/drawing/2014/main" id="{CB86EE99-FE1B-4AA2-A340-B71508C126FA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1619250" cy="838200"/>
          </a:xfrm>
          <a:prstGeom prst="roundRect">
            <a:avLst>
              <a:gd name="adj" fmla="val 7955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12" name="shape-243">
            <a:extLst>
              <a:ext uri="{FF2B5EF4-FFF2-40B4-BE49-F238E27FC236}">
                <a16:creationId xmlns:a16="http://schemas.microsoft.com/office/drawing/2014/main" id="{D8A53EDA-8F4E-4532-82BD-CA7DD5B87555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1428750" cy="3771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eᵢ</a:t>
            </a:r>
          </a:p>
        </p:txBody>
      </p:sp>
      <p:sp>
        <p:nvSpPr>
          <p:cNvPr id="13" name="shape-244">
            <a:extLst>
              <a:ext uri="{FF2B5EF4-FFF2-40B4-BE49-F238E27FC236}">
                <a16:creationId xmlns:a16="http://schemas.microsoft.com/office/drawing/2014/main" id="{883EAD5F-E9C8-402F-A0D0-12C955095399}"/>
              </a:ext>
            </a:extLst>
          </p:cNvPr>
          <p:cNvSpPr>
            <a:spLocks noGrp="1"/>
          </p:cNvSpPr>
          <p:nvPr/>
        </p:nvSpPr>
        <p:spPr>
          <a:xfrm>
            <a:off x="762000" y="2735961"/>
            <a:ext cx="1428750" cy="3604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较浅一级</a:t>
            </a:r>
          </a:p>
        </p:txBody>
      </p:sp>
      <p:sp>
        <p:nvSpPr>
          <p:cNvPr id="14" name="shape-245">
            <a:extLst>
              <a:ext uri="{FF2B5EF4-FFF2-40B4-BE49-F238E27FC236}">
                <a16:creationId xmlns:a16="http://schemas.microsoft.com/office/drawing/2014/main" id="{2ED04664-58A9-401D-A6B7-3EBE215FEC57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1619250" cy="838200"/>
          </a:xfrm>
          <a:prstGeom prst="roundRect">
            <a:avLst>
              <a:gd name="adj" fmla="val 7955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15" name="shape-246">
            <a:extLst>
              <a:ext uri="{FF2B5EF4-FFF2-40B4-BE49-F238E27FC236}">
                <a16:creationId xmlns:a16="http://schemas.microsoft.com/office/drawing/2014/main" id="{DD998766-005F-4BD8-8F0A-A948C938F881}"/>
              </a:ext>
            </a:extLst>
          </p:cNvPr>
          <p:cNvSpPr>
            <a:spLocks noGrp="1"/>
          </p:cNvSpPr>
          <p:nvPr/>
        </p:nvSpPr>
        <p:spPr>
          <a:xfrm>
            <a:off x="762000" y="3990975"/>
            <a:ext cx="1428750" cy="3771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eᵢ₊₁</a:t>
            </a:r>
          </a:p>
        </p:txBody>
      </p:sp>
      <p:sp>
        <p:nvSpPr>
          <p:cNvPr id="16" name="shape-247">
            <a:extLst>
              <a:ext uri="{FF2B5EF4-FFF2-40B4-BE49-F238E27FC236}">
                <a16:creationId xmlns:a16="http://schemas.microsoft.com/office/drawing/2014/main" id="{78E319C3-7925-46BD-A339-8C92B0FEB872}"/>
              </a:ext>
            </a:extLst>
          </p:cNvPr>
          <p:cNvSpPr>
            <a:spLocks noGrp="1"/>
          </p:cNvSpPr>
          <p:nvPr/>
        </p:nvSpPr>
        <p:spPr>
          <a:xfrm>
            <a:off x="762000" y="4307586"/>
            <a:ext cx="1428750" cy="3604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中心尺度</a:t>
            </a:r>
          </a:p>
        </p:txBody>
      </p:sp>
      <p:sp>
        <p:nvSpPr>
          <p:cNvPr id="17" name="shape-248">
            <a:extLst>
              <a:ext uri="{FF2B5EF4-FFF2-40B4-BE49-F238E27FC236}">
                <a16:creationId xmlns:a16="http://schemas.microsoft.com/office/drawing/2014/main" id="{CB01BE6E-6A9C-4ADC-B333-544F04AD3807}"/>
              </a:ext>
            </a:extLst>
          </p:cNvPr>
          <p:cNvSpPr>
            <a:spLocks noGrp="1"/>
          </p:cNvSpPr>
          <p:nvPr/>
        </p:nvSpPr>
        <p:spPr>
          <a:xfrm>
            <a:off x="666750" y="5476875"/>
            <a:ext cx="1619250" cy="838200"/>
          </a:xfrm>
          <a:prstGeom prst="roundRect">
            <a:avLst>
              <a:gd name="adj" fmla="val 7955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18" name="shape-249">
            <a:extLst>
              <a:ext uri="{FF2B5EF4-FFF2-40B4-BE49-F238E27FC236}">
                <a16:creationId xmlns:a16="http://schemas.microsoft.com/office/drawing/2014/main" id="{79C5E3CE-C457-443F-9E6C-5F3B7C500E9F}"/>
              </a:ext>
            </a:extLst>
          </p:cNvPr>
          <p:cNvSpPr>
            <a:spLocks noGrp="1"/>
          </p:cNvSpPr>
          <p:nvPr/>
        </p:nvSpPr>
        <p:spPr>
          <a:xfrm>
            <a:off x="762000" y="5562600"/>
            <a:ext cx="1428750" cy="3771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eᵢ₊₂</a:t>
            </a:r>
          </a:p>
        </p:txBody>
      </p:sp>
      <p:sp>
        <p:nvSpPr>
          <p:cNvPr id="19" name="shape-250">
            <a:extLst>
              <a:ext uri="{FF2B5EF4-FFF2-40B4-BE49-F238E27FC236}">
                <a16:creationId xmlns:a16="http://schemas.microsoft.com/office/drawing/2014/main" id="{42110673-C315-4277-942C-1000B0A4F01E}"/>
              </a:ext>
            </a:extLst>
          </p:cNvPr>
          <p:cNvSpPr>
            <a:spLocks noGrp="1"/>
          </p:cNvSpPr>
          <p:nvPr/>
        </p:nvSpPr>
        <p:spPr>
          <a:xfrm>
            <a:off x="762000" y="5879211"/>
            <a:ext cx="1428750" cy="3604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较深一级</a:t>
            </a:r>
          </a:p>
        </p:txBody>
      </p:sp>
      <p:sp>
        <p:nvSpPr>
          <p:cNvPr id="20" name="shape-251">
            <a:extLst>
              <a:ext uri="{FF2B5EF4-FFF2-40B4-BE49-F238E27FC236}">
                <a16:creationId xmlns:a16="http://schemas.microsoft.com/office/drawing/2014/main" id="{F76736B8-CDA1-4818-A2A7-96F43B9F0B07}"/>
              </a:ext>
            </a:extLst>
          </p:cNvPr>
          <p:cNvSpPr>
            <a:spLocks noGrp="1"/>
          </p:cNvSpPr>
          <p:nvPr/>
        </p:nvSpPr>
        <p:spPr>
          <a:xfrm>
            <a:off x="3143250" y="2333625"/>
            <a:ext cx="2524125" cy="838200"/>
          </a:xfrm>
          <a:prstGeom prst="roundRect">
            <a:avLst>
              <a:gd name="adj" fmla="val 7955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21" name="shape-252">
            <a:extLst>
              <a:ext uri="{FF2B5EF4-FFF2-40B4-BE49-F238E27FC236}">
                <a16:creationId xmlns:a16="http://schemas.microsoft.com/office/drawing/2014/main" id="{0AE1E44A-9056-45E2-87C9-BAD065663B51}"/>
              </a:ext>
            </a:extLst>
          </p:cNvPr>
          <p:cNvSpPr>
            <a:spLocks noGrp="1"/>
          </p:cNvSpPr>
          <p:nvPr/>
        </p:nvSpPr>
        <p:spPr>
          <a:xfrm>
            <a:off x="3238500" y="2419350"/>
            <a:ext cx="2333625" cy="3771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Conv 3×3，s=2</a:t>
            </a:r>
          </a:p>
        </p:txBody>
      </p:sp>
      <p:sp>
        <p:nvSpPr>
          <p:cNvPr id="22" name="shape-253">
            <a:extLst>
              <a:ext uri="{FF2B5EF4-FFF2-40B4-BE49-F238E27FC236}">
                <a16:creationId xmlns:a16="http://schemas.microsoft.com/office/drawing/2014/main" id="{6F3A9344-992C-46F9-83CA-DAD38341574E}"/>
              </a:ext>
            </a:extLst>
          </p:cNvPr>
          <p:cNvSpPr>
            <a:spLocks noGrp="1"/>
          </p:cNvSpPr>
          <p:nvPr/>
        </p:nvSpPr>
        <p:spPr>
          <a:xfrm>
            <a:off x="3238500" y="2735961"/>
            <a:ext cx="2333625" cy="3604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BN + ReLU，32 ch</a:t>
            </a:r>
          </a:p>
        </p:txBody>
      </p:sp>
      <p:sp>
        <p:nvSpPr>
          <p:cNvPr id="23" name="shape-254">
            <a:extLst>
              <a:ext uri="{FF2B5EF4-FFF2-40B4-BE49-F238E27FC236}">
                <a16:creationId xmlns:a16="http://schemas.microsoft.com/office/drawing/2014/main" id="{D6A59F5F-2237-4172-9575-233FDEB644C0}"/>
              </a:ext>
            </a:extLst>
          </p:cNvPr>
          <p:cNvSpPr>
            <a:spLocks noGrp="1"/>
          </p:cNvSpPr>
          <p:nvPr/>
        </p:nvSpPr>
        <p:spPr>
          <a:xfrm>
            <a:off x="3143250" y="3905250"/>
            <a:ext cx="2524125" cy="838200"/>
          </a:xfrm>
          <a:prstGeom prst="roundRect">
            <a:avLst>
              <a:gd name="adj" fmla="val 7955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24" name="shape-255">
            <a:extLst>
              <a:ext uri="{FF2B5EF4-FFF2-40B4-BE49-F238E27FC236}">
                <a16:creationId xmlns:a16="http://schemas.microsoft.com/office/drawing/2014/main" id="{BBA0674A-2D6B-4E77-AC60-567D2B4D47E5}"/>
              </a:ext>
            </a:extLst>
          </p:cNvPr>
          <p:cNvSpPr>
            <a:spLocks noGrp="1"/>
          </p:cNvSpPr>
          <p:nvPr/>
        </p:nvSpPr>
        <p:spPr>
          <a:xfrm>
            <a:off x="3238500" y="3990975"/>
            <a:ext cx="2333625" cy="3771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Conv 3×3，s=1</a:t>
            </a:r>
          </a:p>
        </p:txBody>
      </p:sp>
      <p:sp>
        <p:nvSpPr>
          <p:cNvPr id="25" name="shape-256">
            <a:extLst>
              <a:ext uri="{FF2B5EF4-FFF2-40B4-BE49-F238E27FC236}">
                <a16:creationId xmlns:a16="http://schemas.microsoft.com/office/drawing/2014/main" id="{69FC8318-7885-4EBD-A24D-0BE942449A81}"/>
              </a:ext>
            </a:extLst>
          </p:cNvPr>
          <p:cNvSpPr>
            <a:spLocks noGrp="1"/>
          </p:cNvSpPr>
          <p:nvPr/>
        </p:nvSpPr>
        <p:spPr>
          <a:xfrm>
            <a:off x="3238500" y="4307586"/>
            <a:ext cx="2333625" cy="3604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BN + ReLU，32 ch</a:t>
            </a:r>
          </a:p>
        </p:txBody>
      </p:sp>
      <p:sp>
        <p:nvSpPr>
          <p:cNvPr id="26" name="shape-257">
            <a:extLst>
              <a:ext uri="{FF2B5EF4-FFF2-40B4-BE49-F238E27FC236}">
                <a16:creationId xmlns:a16="http://schemas.microsoft.com/office/drawing/2014/main" id="{ACF15093-F61C-4DC2-97C5-76CEAF8A5A0D}"/>
              </a:ext>
            </a:extLst>
          </p:cNvPr>
          <p:cNvSpPr>
            <a:spLocks noGrp="1"/>
          </p:cNvSpPr>
          <p:nvPr/>
        </p:nvSpPr>
        <p:spPr>
          <a:xfrm>
            <a:off x="3143250" y="5476875"/>
            <a:ext cx="2524125" cy="838200"/>
          </a:xfrm>
          <a:prstGeom prst="roundRect">
            <a:avLst>
              <a:gd name="adj" fmla="val 7955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27" name="shape-258">
            <a:extLst>
              <a:ext uri="{FF2B5EF4-FFF2-40B4-BE49-F238E27FC236}">
                <a16:creationId xmlns:a16="http://schemas.microsoft.com/office/drawing/2014/main" id="{66BBAB23-6776-4F44-88AB-B547D6F5CEE6}"/>
              </a:ext>
            </a:extLst>
          </p:cNvPr>
          <p:cNvSpPr>
            <a:spLocks noGrp="1"/>
          </p:cNvSpPr>
          <p:nvPr/>
        </p:nvSpPr>
        <p:spPr>
          <a:xfrm>
            <a:off x="3238500" y="5562600"/>
            <a:ext cx="2333625" cy="3771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CBR 3×3 + ↑2</a:t>
            </a:r>
          </a:p>
        </p:txBody>
      </p:sp>
      <p:sp>
        <p:nvSpPr>
          <p:cNvPr id="28" name="shape-259">
            <a:extLst>
              <a:ext uri="{FF2B5EF4-FFF2-40B4-BE49-F238E27FC236}">
                <a16:creationId xmlns:a16="http://schemas.microsoft.com/office/drawing/2014/main" id="{9EECE4CA-7D9A-4AF6-8660-7C4F8F531F0C}"/>
              </a:ext>
            </a:extLst>
          </p:cNvPr>
          <p:cNvSpPr>
            <a:spLocks noGrp="1"/>
          </p:cNvSpPr>
          <p:nvPr/>
        </p:nvSpPr>
        <p:spPr>
          <a:xfrm>
            <a:off x="3238500" y="5879211"/>
            <a:ext cx="2333625" cy="3604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32 ch</a:t>
            </a:r>
          </a:p>
        </p:txBody>
      </p:sp>
      <p:sp>
        <p:nvSpPr>
          <p:cNvPr id="29" name="shape-260">
            <a:extLst>
              <a:ext uri="{FF2B5EF4-FFF2-40B4-BE49-F238E27FC236}">
                <a16:creationId xmlns:a16="http://schemas.microsoft.com/office/drawing/2014/main" id="{B55925D4-16F5-47A9-A430-B03D2A704C22}"/>
              </a:ext>
            </a:extLst>
          </p:cNvPr>
          <p:cNvSpPr>
            <a:spLocks noGrp="1"/>
          </p:cNvSpPr>
          <p:nvPr/>
        </p:nvSpPr>
        <p:spPr>
          <a:xfrm>
            <a:off x="2285048" y="275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0" name="shape-261">
            <a:extLst>
              <a:ext uri="{FF2B5EF4-FFF2-40B4-BE49-F238E27FC236}">
                <a16:creationId xmlns:a16="http://schemas.microsoft.com/office/drawing/2014/main" id="{0772121A-3E2B-4F95-B61E-9E2A9650B3B4}"/>
              </a:ext>
            </a:extLst>
          </p:cNvPr>
          <p:cNvSpPr>
            <a:spLocks noGrp="1"/>
          </p:cNvSpPr>
          <p:nvPr/>
        </p:nvSpPr>
        <p:spPr>
          <a:xfrm>
            <a:off x="3142298" y="275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4" name="直接箭头连接符 123"/>
          <p:cNvCxnSpPr>
            <a:stCxn id="29" idx="3"/>
            <a:endCxn id="30" idx="1"/>
          </p:cNvCxnSpPr>
          <p:nvPr/>
        </p:nvCxnSpPr>
        <p:spPr>
          <a:xfrm>
            <a:off x="2286953" y="2752726"/>
            <a:ext cx="85534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32" name="shape-262">
            <a:extLst>
              <a:ext uri="{FF2B5EF4-FFF2-40B4-BE49-F238E27FC236}">
                <a16:creationId xmlns:a16="http://schemas.microsoft.com/office/drawing/2014/main" id="{22CF4B90-01EC-48B7-B85B-F92452A98558}"/>
              </a:ext>
            </a:extLst>
          </p:cNvPr>
          <p:cNvSpPr>
            <a:spLocks noGrp="1"/>
          </p:cNvSpPr>
          <p:nvPr/>
        </p:nvSpPr>
        <p:spPr>
          <a:xfrm>
            <a:off x="2285048" y="4323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3" name="shape-263">
            <a:extLst>
              <a:ext uri="{FF2B5EF4-FFF2-40B4-BE49-F238E27FC236}">
                <a16:creationId xmlns:a16="http://schemas.microsoft.com/office/drawing/2014/main" id="{4530C168-9216-4736-B80A-DEB3FC1489A7}"/>
              </a:ext>
            </a:extLst>
          </p:cNvPr>
          <p:cNvSpPr>
            <a:spLocks noGrp="1"/>
          </p:cNvSpPr>
          <p:nvPr/>
        </p:nvSpPr>
        <p:spPr>
          <a:xfrm>
            <a:off x="3142298" y="4323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7" name="直接箭头连接符 126"/>
          <p:cNvCxnSpPr>
            <a:stCxn id="32" idx="3"/>
            <a:endCxn id="33" idx="1"/>
          </p:cNvCxnSpPr>
          <p:nvPr/>
        </p:nvCxnSpPr>
        <p:spPr>
          <a:xfrm>
            <a:off x="2286953" y="4324351"/>
            <a:ext cx="85534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35" name="shape-264">
            <a:extLst>
              <a:ext uri="{FF2B5EF4-FFF2-40B4-BE49-F238E27FC236}">
                <a16:creationId xmlns:a16="http://schemas.microsoft.com/office/drawing/2014/main" id="{029F6434-6836-40F4-8AD1-590B883E1CA6}"/>
              </a:ext>
            </a:extLst>
          </p:cNvPr>
          <p:cNvSpPr>
            <a:spLocks noGrp="1"/>
          </p:cNvSpPr>
          <p:nvPr/>
        </p:nvSpPr>
        <p:spPr>
          <a:xfrm>
            <a:off x="2285048" y="58950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6" name="shape-265">
            <a:extLst>
              <a:ext uri="{FF2B5EF4-FFF2-40B4-BE49-F238E27FC236}">
                <a16:creationId xmlns:a16="http://schemas.microsoft.com/office/drawing/2014/main" id="{199E00A8-7AF0-4DF8-8233-3716C7A9912B}"/>
              </a:ext>
            </a:extLst>
          </p:cNvPr>
          <p:cNvSpPr>
            <a:spLocks noGrp="1"/>
          </p:cNvSpPr>
          <p:nvPr/>
        </p:nvSpPr>
        <p:spPr>
          <a:xfrm>
            <a:off x="3142298" y="58950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0" name="直接箭头连接符 129"/>
          <p:cNvCxnSpPr>
            <a:stCxn id="35" idx="3"/>
            <a:endCxn id="36" idx="1"/>
          </p:cNvCxnSpPr>
          <p:nvPr/>
        </p:nvCxnSpPr>
        <p:spPr>
          <a:xfrm>
            <a:off x="2286953" y="5895976"/>
            <a:ext cx="85534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38" name="shape-266">
            <a:extLst>
              <a:ext uri="{FF2B5EF4-FFF2-40B4-BE49-F238E27FC236}">
                <a16:creationId xmlns:a16="http://schemas.microsoft.com/office/drawing/2014/main" id="{F74CA12F-17AB-4183-9326-F99D337183E2}"/>
              </a:ext>
            </a:extLst>
          </p:cNvPr>
          <p:cNvSpPr>
            <a:spLocks noGrp="1"/>
          </p:cNvSpPr>
          <p:nvPr/>
        </p:nvSpPr>
        <p:spPr>
          <a:xfrm>
            <a:off x="6715125" y="3648075"/>
            <a:ext cx="1571625" cy="1333500"/>
          </a:xfrm>
          <a:prstGeom prst="roundRect">
            <a:avLst>
              <a:gd name="adj" fmla="val 5000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39" name="shape-267">
            <a:extLst>
              <a:ext uri="{FF2B5EF4-FFF2-40B4-BE49-F238E27FC236}">
                <a16:creationId xmlns:a16="http://schemas.microsoft.com/office/drawing/2014/main" id="{4A53E123-241A-4A99-8427-72DDFCA7E058}"/>
              </a:ext>
            </a:extLst>
          </p:cNvPr>
          <p:cNvSpPr>
            <a:spLocks noGrp="1"/>
          </p:cNvSpPr>
          <p:nvPr/>
        </p:nvSpPr>
        <p:spPr>
          <a:xfrm>
            <a:off x="6810375" y="3733800"/>
            <a:ext cx="13811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Concat</a:t>
            </a:r>
          </a:p>
        </p:txBody>
      </p:sp>
      <p:sp>
        <p:nvSpPr>
          <p:cNvPr id="40" name="shape-268">
            <a:extLst>
              <a:ext uri="{FF2B5EF4-FFF2-40B4-BE49-F238E27FC236}">
                <a16:creationId xmlns:a16="http://schemas.microsoft.com/office/drawing/2014/main" id="{5297DA47-53A6-457C-B33A-F3BAC6BF7A73}"/>
              </a:ext>
            </a:extLst>
          </p:cNvPr>
          <p:cNvSpPr>
            <a:spLocks noGrp="1"/>
          </p:cNvSpPr>
          <p:nvPr/>
        </p:nvSpPr>
        <p:spPr>
          <a:xfrm>
            <a:off x="6810375" y="4288155"/>
            <a:ext cx="1381125" cy="573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96 ch</a:t>
            </a:r>
          </a:p>
        </p:txBody>
      </p:sp>
      <p:sp>
        <p:nvSpPr>
          <p:cNvPr id="41" name="shape-269">
            <a:extLst>
              <a:ext uri="{FF2B5EF4-FFF2-40B4-BE49-F238E27FC236}">
                <a16:creationId xmlns:a16="http://schemas.microsoft.com/office/drawing/2014/main" id="{A6323D42-C844-4DB5-A728-2777AC67625C}"/>
              </a:ext>
            </a:extLst>
          </p:cNvPr>
          <p:cNvSpPr>
            <a:spLocks noGrp="1"/>
          </p:cNvSpPr>
          <p:nvPr/>
        </p:nvSpPr>
        <p:spPr>
          <a:xfrm>
            <a:off x="5666423" y="275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2" name="shape-270">
            <a:extLst>
              <a:ext uri="{FF2B5EF4-FFF2-40B4-BE49-F238E27FC236}">
                <a16:creationId xmlns:a16="http://schemas.microsoft.com/office/drawing/2014/main" id="{EEFA7307-7A21-4E46-862D-C11EF88A1606}"/>
              </a:ext>
            </a:extLst>
          </p:cNvPr>
          <p:cNvSpPr>
            <a:spLocks noGrp="1"/>
          </p:cNvSpPr>
          <p:nvPr/>
        </p:nvSpPr>
        <p:spPr>
          <a:xfrm>
            <a:off x="6152198" y="275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6" name="直接箭头连接符 135"/>
          <p:cNvCxnSpPr>
            <a:stCxn id="41" idx="3"/>
            <a:endCxn id="42" idx="1"/>
          </p:cNvCxnSpPr>
          <p:nvPr/>
        </p:nvCxnSpPr>
        <p:spPr>
          <a:xfrm>
            <a:off x="5668328" y="2752726"/>
            <a:ext cx="48387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44" name="shape-271">
            <a:extLst>
              <a:ext uri="{FF2B5EF4-FFF2-40B4-BE49-F238E27FC236}">
                <a16:creationId xmlns:a16="http://schemas.microsoft.com/office/drawing/2014/main" id="{22A43412-3765-4385-BE9C-D67A58A371D2}"/>
              </a:ext>
            </a:extLst>
          </p:cNvPr>
          <p:cNvSpPr>
            <a:spLocks noGrp="1"/>
          </p:cNvSpPr>
          <p:nvPr/>
        </p:nvSpPr>
        <p:spPr>
          <a:xfrm>
            <a:off x="6152198" y="275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" name="shape-272">
            <a:extLst>
              <a:ext uri="{FF2B5EF4-FFF2-40B4-BE49-F238E27FC236}">
                <a16:creationId xmlns:a16="http://schemas.microsoft.com/office/drawing/2014/main" id="{13ABC320-17DF-46FC-BE13-95716DF79523}"/>
              </a:ext>
            </a:extLst>
          </p:cNvPr>
          <p:cNvSpPr>
            <a:spLocks noGrp="1"/>
          </p:cNvSpPr>
          <p:nvPr/>
        </p:nvSpPr>
        <p:spPr>
          <a:xfrm>
            <a:off x="6152198" y="3904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9" name="直接箭头连接符 138"/>
          <p:cNvCxnSpPr>
            <a:stCxn id="44" idx="3"/>
            <a:endCxn id="45" idx="1"/>
          </p:cNvCxnSpPr>
          <p:nvPr/>
        </p:nvCxnSpPr>
        <p:spPr>
          <a:xfrm flipH="1">
            <a:off x="6152198" y="2752726"/>
            <a:ext cx="1905" cy="1152525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47" name="shape-273">
            <a:extLst>
              <a:ext uri="{FF2B5EF4-FFF2-40B4-BE49-F238E27FC236}">
                <a16:creationId xmlns:a16="http://schemas.microsoft.com/office/drawing/2014/main" id="{09109101-3F2B-4F32-A699-BCE071723034}"/>
              </a:ext>
            </a:extLst>
          </p:cNvPr>
          <p:cNvSpPr>
            <a:spLocks noGrp="1"/>
          </p:cNvSpPr>
          <p:nvPr/>
        </p:nvSpPr>
        <p:spPr>
          <a:xfrm>
            <a:off x="6152198" y="3904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8" name="shape-274">
            <a:extLst>
              <a:ext uri="{FF2B5EF4-FFF2-40B4-BE49-F238E27FC236}">
                <a16:creationId xmlns:a16="http://schemas.microsoft.com/office/drawing/2014/main" id="{5B022843-FABB-44E3-9114-4918EF4D2A4B}"/>
              </a:ext>
            </a:extLst>
          </p:cNvPr>
          <p:cNvSpPr>
            <a:spLocks noGrp="1"/>
          </p:cNvSpPr>
          <p:nvPr/>
        </p:nvSpPr>
        <p:spPr>
          <a:xfrm>
            <a:off x="6714173" y="3904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2" name="直接箭头连接符 141"/>
          <p:cNvCxnSpPr>
            <a:stCxn id="47" idx="3"/>
            <a:endCxn id="48" idx="1"/>
          </p:cNvCxnSpPr>
          <p:nvPr/>
        </p:nvCxnSpPr>
        <p:spPr>
          <a:xfrm>
            <a:off x="6154103" y="3905251"/>
            <a:ext cx="56007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50" name="shape-275">
            <a:extLst>
              <a:ext uri="{FF2B5EF4-FFF2-40B4-BE49-F238E27FC236}">
                <a16:creationId xmlns:a16="http://schemas.microsoft.com/office/drawing/2014/main" id="{0AAC6177-83F2-404A-BE24-B482AF5861A2}"/>
              </a:ext>
            </a:extLst>
          </p:cNvPr>
          <p:cNvSpPr>
            <a:spLocks noGrp="1"/>
          </p:cNvSpPr>
          <p:nvPr/>
        </p:nvSpPr>
        <p:spPr>
          <a:xfrm>
            <a:off x="5666423" y="4323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1" name="shape-276">
            <a:extLst>
              <a:ext uri="{FF2B5EF4-FFF2-40B4-BE49-F238E27FC236}">
                <a16:creationId xmlns:a16="http://schemas.microsoft.com/office/drawing/2014/main" id="{7A00F30A-96BF-4E50-9A1F-766E904B7F2A}"/>
              </a:ext>
            </a:extLst>
          </p:cNvPr>
          <p:cNvSpPr>
            <a:spLocks noGrp="1"/>
          </p:cNvSpPr>
          <p:nvPr/>
        </p:nvSpPr>
        <p:spPr>
          <a:xfrm>
            <a:off x="6714173" y="4323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5" name="直接箭头连接符 144"/>
          <p:cNvCxnSpPr>
            <a:stCxn id="50" idx="3"/>
            <a:endCxn id="51" idx="1"/>
          </p:cNvCxnSpPr>
          <p:nvPr/>
        </p:nvCxnSpPr>
        <p:spPr>
          <a:xfrm>
            <a:off x="5668328" y="4324351"/>
            <a:ext cx="104584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53" name="shape-277">
            <a:extLst>
              <a:ext uri="{FF2B5EF4-FFF2-40B4-BE49-F238E27FC236}">
                <a16:creationId xmlns:a16="http://schemas.microsoft.com/office/drawing/2014/main" id="{860D4966-079F-47AC-8B59-C1C4EA1710AF}"/>
              </a:ext>
            </a:extLst>
          </p:cNvPr>
          <p:cNvSpPr>
            <a:spLocks noGrp="1"/>
          </p:cNvSpPr>
          <p:nvPr/>
        </p:nvSpPr>
        <p:spPr>
          <a:xfrm>
            <a:off x="5666423" y="58950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4" name="shape-278">
            <a:extLst>
              <a:ext uri="{FF2B5EF4-FFF2-40B4-BE49-F238E27FC236}">
                <a16:creationId xmlns:a16="http://schemas.microsoft.com/office/drawing/2014/main" id="{A591B469-172C-47FC-A05B-755F38F9E94D}"/>
              </a:ext>
            </a:extLst>
          </p:cNvPr>
          <p:cNvSpPr>
            <a:spLocks noGrp="1"/>
          </p:cNvSpPr>
          <p:nvPr/>
        </p:nvSpPr>
        <p:spPr>
          <a:xfrm>
            <a:off x="6152198" y="58950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8" name="直接箭头连接符 147"/>
          <p:cNvCxnSpPr>
            <a:stCxn id="53" idx="3"/>
            <a:endCxn id="54" idx="1"/>
          </p:cNvCxnSpPr>
          <p:nvPr/>
        </p:nvCxnSpPr>
        <p:spPr>
          <a:xfrm>
            <a:off x="5668328" y="5895976"/>
            <a:ext cx="48387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56" name="shape-279">
            <a:extLst>
              <a:ext uri="{FF2B5EF4-FFF2-40B4-BE49-F238E27FC236}">
                <a16:creationId xmlns:a16="http://schemas.microsoft.com/office/drawing/2014/main" id="{05C330CD-18CC-4319-9637-1DEAA4382E36}"/>
              </a:ext>
            </a:extLst>
          </p:cNvPr>
          <p:cNvSpPr>
            <a:spLocks noGrp="1"/>
          </p:cNvSpPr>
          <p:nvPr/>
        </p:nvSpPr>
        <p:spPr>
          <a:xfrm>
            <a:off x="6152198" y="58950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7" name="shape-280">
            <a:extLst>
              <a:ext uri="{FF2B5EF4-FFF2-40B4-BE49-F238E27FC236}">
                <a16:creationId xmlns:a16="http://schemas.microsoft.com/office/drawing/2014/main" id="{5EE8A3C5-CDAF-4093-B8A6-AE3090C69395}"/>
              </a:ext>
            </a:extLst>
          </p:cNvPr>
          <p:cNvSpPr>
            <a:spLocks noGrp="1"/>
          </p:cNvSpPr>
          <p:nvPr/>
        </p:nvSpPr>
        <p:spPr>
          <a:xfrm>
            <a:off x="6152198" y="4704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1" name="直接箭头连接符 150"/>
          <p:cNvCxnSpPr>
            <a:stCxn id="56" idx="3"/>
            <a:endCxn id="57" idx="1"/>
          </p:cNvCxnSpPr>
          <p:nvPr/>
        </p:nvCxnSpPr>
        <p:spPr>
          <a:xfrm flipH="1" flipV="1">
            <a:off x="6152198" y="4705351"/>
            <a:ext cx="1905" cy="1190625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59" name="shape-281">
            <a:extLst>
              <a:ext uri="{FF2B5EF4-FFF2-40B4-BE49-F238E27FC236}">
                <a16:creationId xmlns:a16="http://schemas.microsoft.com/office/drawing/2014/main" id="{0E79A107-3C2E-487B-972C-AED611CF7AE4}"/>
              </a:ext>
            </a:extLst>
          </p:cNvPr>
          <p:cNvSpPr>
            <a:spLocks noGrp="1"/>
          </p:cNvSpPr>
          <p:nvPr/>
        </p:nvSpPr>
        <p:spPr>
          <a:xfrm>
            <a:off x="6152198" y="4704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0" name="shape-282">
            <a:extLst>
              <a:ext uri="{FF2B5EF4-FFF2-40B4-BE49-F238E27FC236}">
                <a16:creationId xmlns:a16="http://schemas.microsoft.com/office/drawing/2014/main" id="{BDC6CD33-6F52-4F64-8065-DCA5574DDAB5}"/>
              </a:ext>
            </a:extLst>
          </p:cNvPr>
          <p:cNvSpPr>
            <a:spLocks noGrp="1"/>
          </p:cNvSpPr>
          <p:nvPr/>
        </p:nvSpPr>
        <p:spPr>
          <a:xfrm>
            <a:off x="6714173" y="4704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4" name="直接箭头连接符 153"/>
          <p:cNvCxnSpPr>
            <a:stCxn id="59" idx="3"/>
            <a:endCxn id="60" idx="1"/>
          </p:cNvCxnSpPr>
          <p:nvPr/>
        </p:nvCxnSpPr>
        <p:spPr>
          <a:xfrm>
            <a:off x="6154103" y="4705351"/>
            <a:ext cx="56007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62" name="shape-283">
            <a:extLst>
              <a:ext uri="{FF2B5EF4-FFF2-40B4-BE49-F238E27FC236}">
                <a16:creationId xmlns:a16="http://schemas.microsoft.com/office/drawing/2014/main" id="{802C597D-00C5-4AA1-B259-E10C54D3E664}"/>
              </a:ext>
            </a:extLst>
          </p:cNvPr>
          <p:cNvSpPr>
            <a:spLocks noGrp="1"/>
          </p:cNvSpPr>
          <p:nvPr/>
        </p:nvSpPr>
        <p:spPr>
          <a:xfrm>
            <a:off x="9096375" y="3648075"/>
            <a:ext cx="2524125" cy="1333500"/>
          </a:xfrm>
          <a:prstGeom prst="roundRect">
            <a:avLst>
              <a:gd name="adj" fmla="val 5000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63" name="shape-284">
            <a:extLst>
              <a:ext uri="{FF2B5EF4-FFF2-40B4-BE49-F238E27FC236}">
                <a16:creationId xmlns:a16="http://schemas.microsoft.com/office/drawing/2014/main" id="{65BC91B7-729C-4FD3-96CB-E3516E846253}"/>
              </a:ext>
            </a:extLst>
          </p:cNvPr>
          <p:cNvSpPr>
            <a:spLocks noGrp="1"/>
          </p:cNvSpPr>
          <p:nvPr/>
        </p:nvSpPr>
        <p:spPr>
          <a:xfrm>
            <a:off x="9191625" y="3733800"/>
            <a:ext cx="233362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两层 3×3 聚合</a:t>
            </a:r>
          </a:p>
        </p:txBody>
      </p:sp>
      <p:sp>
        <p:nvSpPr>
          <p:cNvPr id="64" name="shape-285">
            <a:extLst>
              <a:ext uri="{FF2B5EF4-FFF2-40B4-BE49-F238E27FC236}">
                <a16:creationId xmlns:a16="http://schemas.microsoft.com/office/drawing/2014/main" id="{9823C0AD-66AB-43C4-99F1-72FD2D4E6B36}"/>
              </a:ext>
            </a:extLst>
          </p:cNvPr>
          <p:cNvSpPr>
            <a:spLocks noGrp="1"/>
          </p:cNvSpPr>
          <p:nvPr/>
        </p:nvSpPr>
        <p:spPr>
          <a:xfrm>
            <a:off x="9191625" y="4288155"/>
            <a:ext cx="2333625" cy="573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CBR 96→64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Conv 64→64 + BN</a:t>
            </a:r>
          </a:p>
        </p:txBody>
      </p:sp>
      <p:sp>
        <p:nvSpPr>
          <p:cNvPr id="65" name="shape-286">
            <a:extLst>
              <a:ext uri="{FF2B5EF4-FFF2-40B4-BE49-F238E27FC236}">
                <a16:creationId xmlns:a16="http://schemas.microsoft.com/office/drawing/2014/main" id="{24335824-FB91-4280-B2B9-76C9FCEAFE03}"/>
              </a:ext>
            </a:extLst>
          </p:cNvPr>
          <p:cNvSpPr>
            <a:spLocks noGrp="1"/>
          </p:cNvSpPr>
          <p:nvPr/>
        </p:nvSpPr>
        <p:spPr>
          <a:xfrm>
            <a:off x="8285798" y="4313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6" name="shape-287">
            <a:extLst>
              <a:ext uri="{FF2B5EF4-FFF2-40B4-BE49-F238E27FC236}">
                <a16:creationId xmlns:a16="http://schemas.microsoft.com/office/drawing/2014/main" id="{116945E6-604B-4294-AA9C-96313C4B516D}"/>
              </a:ext>
            </a:extLst>
          </p:cNvPr>
          <p:cNvSpPr>
            <a:spLocks noGrp="1"/>
          </p:cNvSpPr>
          <p:nvPr/>
        </p:nvSpPr>
        <p:spPr>
          <a:xfrm>
            <a:off x="9095423" y="4313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0" name="直接箭头连接符 159"/>
          <p:cNvCxnSpPr>
            <a:stCxn id="65" idx="3"/>
            <a:endCxn id="66" idx="1"/>
          </p:cNvCxnSpPr>
          <p:nvPr/>
        </p:nvCxnSpPr>
        <p:spPr>
          <a:xfrm>
            <a:off x="8287703" y="4314826"/>
            <a:ext cx="8077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68" name="椭圆 67">
            <a:extLst>
              <a:ext uri="{FF2B5EF4-FFF2-40B4-BE49-F238E27FC236}">
                <a16:creationId xmlns:a16="http://schemas.microsoft.com/office/drawing/2014/main" id="{89BBC80C-B8A5-416D-969B-931DDA2A78FF}"/>
              </a:ext>
            </a:extLst>
          </p:cNvPr>
          <p:cNvSpPr>
            <a:spLocks noGrp="1"/>
          </p:cNvSpPr>
          <p:nvPr/>
        </p:nvSpPr>
        <p:spPr>
          <a:xfrm>
            <a:off x="12201525" y="4086225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6A9B"/>
            </a:solidFill>
          </a:ln>
        </p:spPr>
      </p:sp>
      <p:sp>
        <p:nvSpPr>
          <p:cNvPr id="69" name="shape-288">
            <a:extLst>
              <a:ext uri="{FF2B5EF4-FFF2-40B4-BE49-F238E27FC236}">
                <a16:creationId xmlns:a16="http://schemas.microsoft.com/office/drawing/2014/main" id="{87A9A46B-5E5B-4046-A585-83B152B25D30}"/>
              </a:ext>
            </a:extLst>
          </p:cNvPr>
          <p:cNvSpPr>
            <a:spLocks noGrp="1"/>
          </p:cNvSpPr>
          <p:nvPr/>
        </p:nvSpPr>
        <p:spPr>
          <a:xfrm>
            <a:off x="12201525" y="4086225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+</a:t>
            </a:r>
          </a:p>
        </p:txBody>
      </p:sp>
      <p:sp>
        <p:nvSpPr>
          <p:cNvPr id="70" name="shape-289">
            <a:extLst>
              <a:ext uri="{FF2B5EF4-FFF2-40B4-BE49-F238E27FC236}">
                <a16:creationId xmlns:a16="http://schemas.microsoft.com/office/drawing/2014/main" id="{F6DB08EF-97A4-4E58-82D5-3A511FD6D273}"/>
              </a:ext>
            </a:extLst>
          </p:cNvPr>
          <p:cNvSpPr>
            <a:spLocks noGrp="1"/>
          </p:cNvSpPr>
          <p:nvPr/>
        </p:nvSpPr>
        <p:spPr>
          <a:xfrm>
            <a:off x="11619548" y="4313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1" name="shape-290">
            <a:extLst>
              <a:ext uri="{FF2B5EF4-FFF2-40B4-BE49-F238E27FC236}">
                <a16:creationId xmlns:a16="http://schemas.microsoft.com/office/drawing/2014/main" id="{81DA058F-8DC7-4028-A676-FD15FAF1EEFF}"/>
              </a:ext>
            </a:extLst>
          </p:cNvPr>
          <p:cNvSpPr>
            <a:spLocks noGrp="1"/>
          </p:cNvSpPr>
          <p:nvPr/>
        </p:nvSpPr>
        <p:spPr>
          <a:xfrm>
            <a:off x="12200573" y="4313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5" name="直接箭头连接符 164"/>
          <p:cNvCxnSpPr>
            <a:stCxn id="70" idx="3"/>
            <a:endCxn id="71" idx="1"/>
          </p:cNvCxnSpPr>
          <p:nvPr/>
        </p:nvCxnSpPr>
        <p:spPr>
          <a:xfrm>
            <a:off x="11621453" y="4314826"/>
            <a:ext cx="5791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73" name="shape-291">
            <a:extLst>
              <a:ext uri="{FF2B5EF4-FFF2-40B4-BE49-F238E27FC236}">
                <a16:creationId xmlns:a16="http://schemas.microsoft.com/office/drawing/2014/main" id="{DE4AD1E9-4EE0-4B36-B545-006D6318435F}"/>
              </a:ext>
            </a:extLst>
          </p:cNvPr>
          <p:cNvSpPr>
            <a:spLocks noGrp="1"/>
          </p:cNvSpPr>
          <p:nvPr/>
        </p:nvSpPr>
        <p:spPr>
          <a:xfrm>
            <a:off x="13049250" y="3743325"/>
            <a:ext cx="1619250" cy="1143000"/>
          </a:xfrm>
          <a:prstGeom prst="roundRect">
            <a:avLst>
              <a:gd name="adj" fmla="val 5833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74" name="shape-292">
            <a:extLst>
              <a:ext uri="{FF2B5EF4-FFF2-40B4-BE49-F238E27FC236}">
                <a16:creationId xmlns:a16="http://schemas.microsoft.com/office/drawing/2014/main" id="{8B771EAC-A93C-4C4B-954E-441C46CB767C}"/>
              </a:ext>
            </a:extLst>
          </p:cNvPr>
          <p:cNvSpPr>
            <a:spLocks noGrp="1"/>
          </p:cNvSpPr>
          <p:nvPr/>
        </p:nvSpPr>
        <p:spPr>
          <a:xfrm>
            <a:off x="13144500" y="382905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ReLU</a:t>
            </a:r>
          </a:p>
        </p:txBody>
      </p:sp>
      <p:sp>
        <p:nvSpPr>
          <p:cNvPr id="75" name="shape-293">
            <a:extLst>
              <a:ext uri="{FF2B5EF4-FFF2-40B4-BE49-F238E27FC236}">
                <a16:creationId xmlns:a16="http://schemas.microsoft.com/office/drawing/2014/main" id="{10EF6FAE-EF41-4281-9DCC-5F65B3CD80E1}"/>
              </a:ext>
            </a:extLst>
          </p:cNvPr>
          <p:cNvSpPr>
            <a:spLocks noGrp="1"/>
          </p:cNvSpPr>
          <p:nvPr/>
        </p:nvSpPr>
        <p:spPr>
          <a:xfrm>
            <a:off x="13144500" y="4291965"/>
            <a:ext cx="1428750" cy="4914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sᵢ，64 ch</a:t>
            </a:r>
          </a:p>
        </p:txBody>
      </p:sp>
      <p:sp>
        <p:nvSpPr>
          <p:cNvPr id="76" name="shape-294">
            <a:extLst>
              <a:ext uri="{FF2B5EF4-FFF2-40B4-BE49-F238E27FC236}">
                <a16:creationId xmlns:a16="http://schemas.microsoft.com/office/drawing/2014/main" id="{9C90A686-8C2E-49F2-9017-C494FC85AC4A}"/>
              </a:ext>
            </a:extLst>
          </p:cNvPr>
          <p:cNvSpPr>
            <a:spLocks noGrp="1"/>
          </p:cNvSpPr>
          <p:nvPr/>
        </p:nvSpPr>
        <p:spPr>
          <a:xfrm>
            <a:off x="12657773" y="4313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7" name="shape-295">
            <a:extLst>
              <a:ext uri="{FF2B5EF4-FFF2-40B4-BE49-F238E27FC236}">
                <a16:creationId xmlns:a16="http://schemas.microsoft.com/office/drawing/2014/main" id="{02CFC570-7D38-412F-95C9-232972270891}"/>
              </a:ext>
            </a:extLst>
          </p:cNvPr>
          <p:cNvSpPr>
            <a:spLocks noGrp="1"/>
          </p:cNvSpPr>
          <p:nvPr/>
        </p:nvSpPr>
        <p:spPr>
          <a:xfrm>
            <a:off x="13048298" y="4313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1" name="直接箭头连接符 170"/>
          <p:cNvCxnSpPr>
            <a:stCxn id="76" idx="3"/>
            <a:endCxn id="77" idx="1"/>
          </p:cNvCxnSpPr>
          <p:nvPr/>
        </p:nvCxnSpPr>
        <p:spPr>
          <a:xfrm>
            <a:off x="12659678" y="4314826"/>
            <a:ext cx="3886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79" name="shape-296">
            <a:extLst>
              <a:ext uri="{FF2B5EF4-FFF2-40B4-BE49-F238E27FC236}">
                <a16:creationId xmlns:a16="http://schemas.microsoft.com/office/drawing/2014/main" id="{808D68FB-8A10-4278-9981-D8F8D14AA05C}"/>
              </a:ext>
            </a:extLst>
          </p:cNvPr>
          <p:cNvSpPr>
            <a:spLocks noGrp="1"/>
          </p:cNvSpPr>
          <p:nvPr/>
        </p:nvSpPr>
        <p:spPr>
          <a:xfrm>
            <a:off x="7191375" y="6086475"/>
            <a:ext cx="1809750" cy="723900"/>
          </a:xfrm>
          <a:prstGeom prst="roundRect">
            <a:avLst>
              <a:gd name="adj" fmla="val 9211"/>
            </a:avLst>
          </a:prstGeom>
          <a:solidFill>
            <a:srgbClr val="F2F5F7"/>
          </a:solidFill>
          <a:ln w="15240">
            <a:solidFill>
              <a:srgbClr val="738492"/>
            </a:solidFill>
            <a:prstDash val="solid"/>
          </a:ln>
        </p:spPr>
      </p:sp>
      <p:sp>
        <p:nvSpPr>
          <p:cNvPr id="80" name="shape-297">
            <a:extLst>
              <a:ext uri="{FF2B5EF4-FFF2-40B4-BE49-F238E27FC236}">
                <a16:creationId xmlns:a16="http://schemas.microsoft.com/office/drawing/2014/main" id="{B0204907-E920-4970-A389-6E82B18A77E6}"/>
              </a:ext>
            </a:extLst>
          </p:cNvPr>
          <p:cNvSpPr>
            <a:spLocks noGrp="1"/>
          </p:cNvSpPr>
          <p:nvPr/>
        </p:nvSpPr>
        <p:spPr>
          <a:xfrm>
            <a:off x="7286625" y="6162675"/>
            <a:ext cx="161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rPr>
              <a:t>中心 eᵢ₊₁</a:t>
            </a:r>
          </a:p>
        </p:txBody>
      </p:sp>
      <p:sp>
        <p:nvSpPr>
          <p:cNvPr id="81" name="shape-298">
            <a:extLst>
              <a:ext uri="{FF2B5EF4-FFF2-40B4-BE49-F238E27FC236}">
                <a16:creationId xmlns:a16="http://schemas.microsoft.com/office/drawing/2014/main" id="{F95764A1-A7CE-49C1-A21E-0853D877C95F}"/>
              </a:ext>
            </a:extLst>
          </p:cNvPr>
          <p:cNvSpPr>
            <a:spLocks noGrp="1"/>
          </p:cNvSpPr>
          <p:nvPr/>
        </p:nvSpPr>
        <p:spPr>
          <a:xfrm>
            <a:off x="9715500" y="6086475"/>
            <a:ext cx="1905000" cy="723900"/>
          </a:xfrm>
          <a:prstGeom prst="roundRect">
            <a:avLst>
              <a:gd name="adj" fmla="val 9211"/>
            </a:avLst>
          </a:prstGeom>
          <a:solidFill>
            <a:srgbClr val="F2F5F7"/>
          </a:solidFill>
          <a:ln w="15240">
            <a:solidFill>
              <a:srgbClr val="738492"/>
            </a:solidFill>
            <a:prstDash val="solid"/>
          </a:ln>
        </p:spPr>
      </p:sp>
      <p:sp>
        <p:nvSpPr>
          <p:cNvPr id="82" name="shape-299">
            <a:extLst>
              <a:ext uri="{FF2B5EF4-FFF2-40B4-BE49-F238E27FC236}">
                <a16:creationId xmlns:a16="http://schemas.microsoft.com/office/drawing/2014/main" id="{A4E3C9E1-115E-4A31-A1E0-E93E9841769E}"/>
              </a:ext>
            </a:extLst>
          </p:cNvPr>
          <p:cNvSpPr>
            <a:spLocks noGrp="1"/>
          </p:cNvSpPr>
          <p:nvPr/>
        </p:nvSpPr>
        <p:spPr>
          <a:xfrm>
            <a:off x="9810750" y="6172200"/>
            <a:ext cx="1714500" cy="325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rPr>
              <a:t>Conv 1×1</a:t>
            </a:r>
          </a:p>
        </p:txBody>
      </p:sp>
      <p:sp>
        <p:nvSpPr>
          <p:cNvPr id="83" name="shape-300">
            <a:extLst>
              <a:ext uri="{FF2B5EF4-FFF2-40B4-BE49-F238E27FC236}">
                <a16:creationId xmlns:a16="http://schemas.microsoft.com/office/drawing/2014/main" id="{5DEB9274-12CF-4844-B51E-0D4554E2C354}"/>
              </a:ext>
            </a:extLst>
          </p:cNvPr>
          <p:cNvSpPr>
            <a:spLocks noGrp="1"/>
          </p:cNvSpPr>
          <p:nvPr/>
        </p:nvSpPr>
        <p:spPr>
          <a:xfrm>
            <a:off x="9810750" y="6433947"/>
            <a:ext cx="1714500" cy="3112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→ 64 ch</a:t>
            </a:r>
          </a:p>
        </p:txBody>
      </p:sp>
      <p:sp>
        <p:nvSpPr>
          <p:cNvPr id="84" name="shape-301">
            <a:extLst>
              <a:ext uri="{FF2B5EF4-FFF2-40B4-BE49-F238E27FC236}">
                <a16:creationId xmlns:a16="http://schemas.microsoft.com/office/drawing/2014/main" id="{43B5A084-9C8B-43CF-AFC0-A7EE9E2FF2A2}"/>
              </a:ext>
            </a:extLst>
          </p:cNvPr>
          <p:cNvSpPr>
            <a:spLocks noGrp="1"/>
          </p:cNvSpPr>
          <p:nvPr/>
        </p:nvSpPr>
        <p:spPr>
          <a:xfrm>
            <a:off x="9000173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5" name="shape-302">
            <a:extLst>
              <a:ext uri="{FF2B5EF4-FFF2-40B4-BE49-F238E27FC236}">
                <a16:creationId xmlns:a16="http://schemas.microsoft.com/office/drawing/2014/main" id="{7BFC4E47-85D7-4C98-9A02-F91FBFA193F4}"/>
              </a:ext>
            </a:extLst>
          </p:cNvPr>
          <p:cNvSpPr>
            <a:spLocks noGrp="1"/>
          </p:cNvSpPr>
          <p:nvPr/>
        </p:nvSpPr>
        <p:spPr>
          <a:xfrm>
            <a:off x="9714548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9" name="直接箭头连接符 178"/>
          <p:cNvCxnSpPr>
            <a:stCxn id="84" idx="3"/>
            <a:endCxn id="85" idx="1"/>
          </p:cNvCxnSpPr>
          <p:nvPr/>
        </p:nvCxnSpPr>
        <p:spPr>
          <a:xfrm>
            <a:off x="9002078" y="6448426"/>
            <a:ext cx="712470" cy="0"/>
          </a:xfrm>
          <a:prstGeom prst="straightConnector1">
            <a:avLst/>
          </a:prstGeom>
          <a:ln w="21908">
            <a:solidFill>
              <a:srgbClr val="738492"/>
            </a:solidFill>
            <a:prstDash val="solid"/>
            <a:tailEnd type="triangle" w="sm" len="sm"/>
          </a:ln>
        </p:spPr>
      </p:cxnSp>
      <p:sp>
        <p:nvSpPr>
          <p:cNvPr id="87" name="shape-303">
            <a:extLst>
              <a:ext uri="{FF2B5EF4-FFF2-40B4-BE49-F238E27FC236}">
                <a16:creationId xmlns:a16="http://schemas.microsoft.com/office/drawing/2014/main" id="{2992AF5D-B32A-4694-8349-B0D5B2205801}"/>
              </a:ext>
            </a:extLst>
          </p:cNvPr>
          <p:cNvSpPr>
            <a:spLocks noGrp="1"/>
          </p:cNvSpPr>
          <p:nvPr/>
        </p:nvSpPr>
        <p:spPr>
          <a:xfrm>
            <a:off x="11619548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8" name="shape-304">
            <a:extLst>
              <a:ext uri="{FF2B5EF4-FFF2-40B4-BE49-F238E27FC236}">
                <a16:creationId xmlns:a16="http://schemas.microsoft.com/office/drawing/2014/main" id="{2CA86F21-CC79-4DE3-B136-E3D009FB5182}"/>
              </a:ext>
            </a:extLst>
          </p:cNvPr>
          <p:cNvSpPr>
            <a:spLocks noGrp="1"/>
          </p:cNvSpPr>
          <p:nvPr/>
        </p:nvSpPr>
        <p:spPr>
          <a:xfrm>
            <a:off x="12429173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82" name="直接箭头连接符 181"/>
          <p:cNvCxnSpPr>
            <a:stCxn id="87" idx="3"/>
            <a:endCxn id="88" idx="1"/>
          </p:cNvCxnSpPr>
          <p:nvPr/>
        </p:nvCxnSpPr>
        <p:spPr>
          <a:xfrm>
            <a:off x="11621453" y="6448426"/>
            <a:ext cx="807720" cy="0"/>
          </a:xfrm>
          <a:prstGeom prst="straightConnector1">
            <a:avLst/>
          </a:prstGeom>
          <a:ln w="21908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90" name="shape-305">
            <a:extLst>
              <a:ext uri="{FF2B5EF4-FFF2-40B4-BE49-F238E27FC236}">
                <a16:creationId xmlns:a16="http://schemas.microsoft.com/office/drawing/2014/main" id="{F233F75E-F003-4EEA-950B-424F546C3EEB}"/>
              </a:ext>
            </a:extLst>
          </p:cNvPr>
          <p:cNvSpPr>
            <a:spLocks noGrp="1"/>
          </p:cNvSpPr>
          <p:nvPr/>
        </p:nvSpPr>
        <p:spPr>
          <a:xfrm>
            <a:off x="12429173" y="644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1" name="shape-306">
            <a:extLst>
              <a:ext uri="{FF2B5EF4-FFF2-40B4-BE49-F238E27FC236}">
                <a16:creationId xmlns:a16="http://schemas.microsoft.com/office/drawing/2014/main" id="{6AE2B0E9-8305-45F4-A1CF-BC0BBD62FFD6}"/>
              </a:ext>
            </a:extLst>
          </p:cNvPr>
          <p:cNvSpPr>
            <a:spLocks noGrp="1"/>
          </p:cNvSpPr>
          <p:nvPr/>
        </p:nvSpPr>
        <p:spPr>
          <a:xfrm>
            <a:off x="12429173" y="4542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85" name="直接箭头连接符 184"/>
          <p:cNvCxnSpPr>
            <a:stCxn id="90" idx="3"/>
            <a:endCxn id="91" idx="1"/>
          </p:cNvCxnSpPr>
          <p:nvPr/>
        </p:nvCxnSpPr>
        <p:spPr>
          <a:xfrm flipH="1" flipV="1">
            <a:off x="12429173" y="4543426"/>
            <a:ext cx="1905" cy="1905000"/>
          </a:xfrm>
          <a:prstGeom prst="straightConnector1">
            <a:avLst/>
          </a:prstGeom>
          <a:ln w="21908">
            <a:solidFill>
              <a:srgbClr val="738492"/>
            </a:solidFill>
            <a:prstDash val="solid"/>
            <a:tailEnd type="triangle" w="sm" len="sm"/>
          </a:ln>
        </p:spPr>
      </p:cxnSp>
      <p:sp>
        <p:nvSpPr>
          <p:cNvPr id="93" name="shape-307">
            <a:extLst>
              <a:ext uri="{FF2B5EF4-FFF2-40B4-BE49-F238E27FC236}">
                <a16:creationId xmlns:a16="http://schemas.microsoft.com/office/drawing/2014/main" id="{8AB16C1B-95D9-4E86-A4AA-16FE03BB0ECE}"/>
              </a:ext>
            </a:extLst>
          </p:cNvPr>
          <p:cNvSpPr>
            <a:spLocks noGrp="1"/>
          </p:cNvSpPr>
          <p:nvPr/>
        </p:nvSpPr>
        <p:spPr>
          <a:xfrm>
            <a:off x="571500" y="7362825"/>
            <a:ext cx="1409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最深尺度 s4：e4 下采样与 e5 原尺度两支路拼接为 64 ch，沿用相同的残差聚合结构。</a:t>
            </a:r>
          </a:p>
        </p:txBody>
      </p:sp>
    </p:spTree>
    <p:extLst>
      <p:ext uri="{BB962C8B-B14F-4D97-AF65-F5344CB8AC3E}">
        <p14:creationId xmlns:p14="http://schemas.microsoft.com/office/powerpoint/2010/main" val="1808700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-308">
            <a:extLst>
              <a:ext uri="{FF2B5EF4-FFF2-40B4-BE49-F238E27FC236}">
                <a16:creationId xmlns:a16="http://schemas.microsoft.com/office/drawing/2014/main" id="{3BE497BF-C751-4F2A-96D0-35046C03D42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400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 dirty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EAOM </a:t>
            </a:r>
            <a:r>
              <a:rPr sz="3300" b="1" dirty="0" err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对齐、差异重建与上下文融合</a:t>
            </a:r>
            <a:endParaRPr sz="3300" b="1" dirty="0">
              <a:solidFill>
                <a:srgbClr val="17304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" name="shape-309">
            <a:extLst>
              <a:ext uri="{FF2B5EF4-FFF2-40B4-BE49-F238E27FC236}">
                <a16:creationId xmlns:a16="http://schemas.microsoft.com/office/drawing/2014/main" id="{9F58E91D-95A3-4B65-A133-490F59D1504C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390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先对齐第二时相，再增强差异的低频与方向高频成分，最后引入对齐上下文</a:t>
            </a:r>
          </a:p>
        </p:txBody>
      </p:sp>
      <p:sp>
        <p:nvSpPr>
          <p:cNvPr id="3" name="shape-310">
            <a:extLst>
              <a:ext uri="{FF2B5EF4-FFF2-40B4-BE49-F238E27FC236}">
                <a16:creationId xmlns:a16="http://schemas.microsoft.com/office/drawing/2014/main" id="{96070054-3EDD-4FC2-B87C-C08F3C019284}"/>
              </a:ext>
            </a:extLst>
          </p:cNvPr>
          <p:cNvSpPr>
            <a:spLocks noGrp="1"/>
          </p:cNvSpPr>
          <p:nvPr/>
        </p:nvSpPr>
        <p:spPr>
          <a:xfrm>
            <a:off x="570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shape-311">
            <a:extLst>
              <a:ext uri="{FF2B5EF4-FFF2-40B4-BE49-F238E27FC236}">
                <a16:creationId xmlns:a16="http://schemas.microsoft.com/office/drawing/2014/main" id="{ACD045E9-1817-4BB9-B839-56D1ADBFC7A3}"/>
              </a:ext>
            </a:extLst>
          </p:cNvPr>
          <p:cNvSpPr>
            <a:spLocks noGrp="1"/>
          </p:cNvSpPr>
          <p:nvPr/>
        </p:nvSpPr>
        <p:spPr>
          <a:xfrm>
            <a:off x="14667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6" name="直接箭头连接符 125"/>
          <p:cNvCxnSpPr>
            <a:stCxn id="3" idx="3"/>
            <a:endCxn id="4" idx="1"/>
          </p:cNvCxnSpPr>
          <p:nvPr/>
        </p:nvCxnSpPr>
        <p:spPr>
          <a:xfrm>
            <a:off x="572453" y="1657351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6" name="shape-312">
            <a:extLst>
              <a:ext uri="{FF2B5EF4-FFF2-40B4-BE49-F238E27FC236}">
                <a16:creationId xmlns:a16="http://schemas.microsoft.com/office/drawing/2014/main" id="{FADB488C-2BCF-4DAE-88BE-BE9E03989050}"/>
              </a:ext>
            </a:extLst>
          </p:cNvPr>
          <p:cNvSpPr>
            <a:spLocks noGrp="1"/>
          </p:cNvSpPr>
          <p:nvPr/>
        </p:nvSpPr>
        <p:spPr>
          <a:xfrm>
            <a:off x="570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" name="shape-313">
            <a:extLst>
              <a:ext uri="{FF2B5EF4-FFF2-40B4-BE49-F238E27FC236}">
                <a16:creationId xmlns:a16="http://schemas.microsoft.com/office/drawing/2014/main" id="{E1DD182F-28AA-46E6-B16C-AEC7FADA89AD}"/>
              </a:ext>
            </a:extLst>
          </p:cNvPr>
          <p:cNvSpPr>
            <a:spLocks noGrp="1"/>
          </p:cNvSpPr>
          <p:nvPr/>
        </p:nvSpPr>
        <p:spPr>
          <a:xfrm>
            <a:off x="14667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9" name="直接箭头连接符 128"/>
          <p:cNvCxnSpPr>
            <a:stCxn id="6" idx="3"/>
            <a:endCxn id="7" idx="1"/>
          </p:cNvCxnSpPr>
          <p:nvPr/>
        </p:nvCxnSpPr>
        <p:spPr>
          <a:xfrm>
            <a:off x="572453" y="7953376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9" name="shape-314">
            <a:extLst>
              <a:ext uri="{FF2B5EF4-FFF2-40B4-BE49-F238E27FC236}">
                <a16:creationId xmlns:a16="http://schemas.microsoft.com/office/drawing/2014/main" id="{1DE7B144-F408-4772-A49A-D4192345A178}"/>
              </a:ext>
            </a:extLst>
          </p:cNvPr>
          <p:cNvSpPr>
            <a:spLocks noGrp="1"/>
          </p:cNvSpPr>
          <p:nvPr/>
        </p:nvSpPr>
        <p:spPr>
          <a:xfrm>
            <a:off x="571500" y="8067675"/>
            <a:ext cx="1323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四个尺度使用独立 EAOM。σ 为 sigmoid，⊙ 为逐元素乘法。h、w 为当前 EAOM 的特征尺寸，C=64。</a:t>
            </a:r>
          </a:p>
        </p:txBody>
      </p:sp>
      <p:sp>
        <p:nvSpPr>
          <p:cNvPr id="10" name="shape-315">
            <a:extLst>
              <a:ext uri="{FF2B5EF4-FFF2-40B4-BE49-F238E27FC236}">
                <a16:creationId xmlns:a16="http://schemas.microsoft.com/office/drawing/2014/main" id="{0405B037-FB73-4F7C-8AB9-1F6EC221B8CE}"/>
              </a:ext>
            </a:extLst>
          </p:cNvPr>
          <p:cNvSpPr>
            <a:spLocks noGrp="1"/>
          </p:cNvSpPr>
          <p:nvPr/>
        </p:nvSpPr>
        <p:spPr>
          <a:xfrm>
            <a:off x="14097000" y="806767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11" name="shape-316">
            <a:extLst>
              <a:ext uri="{FF2B5EF4-FFF2-40B4-BE49-F238E27FC236}">
                <a16:creationId xmlns:a16="http://schemas.microsoft.com/office/drawing/2014/main" id="{154D972E-2870-4C36-ADD5-05EB10FA1772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2095500" cy="1000125"/>
          </a:xfrm>
          <a:prstGeom prst="roundRect">
            <a:avLst>
              <a:gd name="adj" fmla="val 6667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12" name="shape-317">
            <a:extLst>
              <a:ext uri="{FF2B5EF4-FFF2-40B4-BE49-F238E27FC236}">
                <a16:creationId xmlns:a16="http://schemas.microsoft.com/office/drawing/2014/main" id="{13FCB0BF-0D80-4D89-9E94-D6F86F4DA484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1905000" cy="4500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f1 , f2</a:t>
            </a:r>
          </a:p>
        </p:txBody>
      </p:sp>
      <p:sp>
        <p:nvSpPr>
          <p:cNvPr id="13" name="shape-318">
            <a:extLst>
              <a:ext uri="{FF2B5EF4-FFF2-40B4-BE49-F238E27FC236}">
                <a16:creationId xmlns:a16="http://schemas.microsoft.com/office/drawing/2014/main" id="{0FC91488-87B7-4FD5-8772-065CCF3F29E7}"/>
              </a:ext>
            </a:extLst>
          </p:cNvPr>
          <p:cNvSpPr>
            <a:spLocks noGrp="1"/>
          </p:cNvSpPr>
          <p:nvPr/>
        </p:nvSpPr>
        <p:spPr>
          <a:xfrm>
            <a:off x="666750" y="2623185"/>
            <a:ext cx="1905000" cy="4300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各 C×h×w</a:t>
            </a:r>
          </a:p>
        </p:txBody>
      </p:sp>
      <p:sp>
        <p:nvSpPr>
          <p:cNvPr id="14" name="shape-319">
            <a:extLst>
              <a:ext uri="{FF2B5EF4-FFF2-40B4-BE49-F238E27FC236}">
                <a16:creationId xmlns:a16="http://schemas.microsoft.com/office/drawing/2014/main" id="{E14A1A6C-ACA4-48EB-A8EC-4BED60C318A9}"/>
              </a:ext>
            </a:extLst>
          </p:cNvPr>
          <p:cNvSpPr>
            <a:spLocks noGrp="1"/>
          </p:cNvSpPr>
          <p:nvPr/>
        </p:nvSpPr>
        <p:spPr>
          <a:xfrm>
            <a:off x="3524250" y="2143125"/>
            <a:ext cx="4238625" cy="1000125"/>
          </a:xfrm>
          <a:prstGeom prst="roundRect">
            <a:avLst>
              <a:gd name="adj" fmla="val 6667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15" name="shape-320">
            <a:extLst>
              <a:ext uri="{FF2B5EF4-FFF2-40B4-BE49-F238E27FC236}">
                <a16:creationId xmlns:a16="http://schemas.microsoft.com/office/drawing/2014/main" id="{F7E2377F-CF4F-42F3-8500-A327617F745B}"/>
              </a:ext>
            </a:extLst>
          </p:cNvPr>
          <p:cNvSpPr>
            <a:spLocks noGrp="1"/>
          </p:cNvSpPr>
          <p:nvPr/>
        </p:nvSpPr>
        <p:spPr>
          <a:xfrm>
            <a:off x="3619500" y="2228850"/>
            <a:ext cx="4048125" cy="4500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Concat + 轻量 offset 预测</a:t>
            </a:r>
          </a:p>
        </p:txBody>
      </p:sp>
      <p:sp>
        <p:nvSpPr>
          <p:cNvPr id="16" name="shape-321">
            <a:extLst>
              <a:ext uri="{FF2B5EF4-FFF2-40B4-BE49-F238E27FC236}">
                <a16:creationId xmlns:a16="http://schemas.microsoft.com/office/drawing/2014/main" id="{0D07D5CB-5EFE-4270-A742-0AD5F45CD443}"/>
              </a:ext>
            </a:extLst>
          </p:cNvPr>
          <p:cNvSpPr>
            <a:spLocks noGrp="1"/>
          </p:cNvSpPr>
          <p:nvPr/>
        </p:nvSpPr>
        <p:spPr>
          <a:xfrm>
            <a:off x="3619500" y="2623185"/>
            <a:ext cx="4048125" cy="4300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dirty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DW3 + BN/</a:t>
            </a:r>
            <a:r>
              <a:rPr sz="1650" b="0" dirty="0" err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ReLU</a:t>
            </a:r>
            <a:endParaRPr sz="1650" b="0" dirty="0">
              <a:solidFill>
                <a:srgbClr val="173047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dirty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PW1 + BN/ReLU，Conv3→2</a:t>
            </a:r>
          </a:p>
        </p:txBody>
      </p:sp>
      <p:sp>
        <p:nvSpPr>
          <p:cNvPr id="17" name="shape-322">
            <a:extLst>
              <a:ext uri="{FF2B5EF4-FFF2-40B4-BE49-F238E27FC236}">
                <a16:creationId xmlns:a16="http://schemas.microsoft.com/office/drawing/2014/main" id="{FAE89F73-66A3-4DB5-A2AA-002DACC254F8}"/>
              </a:ext>
            </a:extLst>
          </p:cNvPr>
          <p:cNvSpPr>
            <a:spLocks noGrp="1"/>
          </p:cNvSpPr>
          <p:nvPr/>
        </p:nvSpPr>
        <p:spPr>
          <a:xfrm>
            <a:off x="8620125" y="2143125"/>
            <a:ext cx="2333625" cy="1000125"/>
          </a:xfrm>
          <a:prstGeom prst="roundRect">
            <a:avLst>
              <a:gd name="adj" fmla="val 6667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18" name="shape-323">
            <a:extLst>
              <a:ext uri="{FF2B5EF4-FFF2-40B4-BE49-F238E27FC236}">
                <a16:creationId xmlns:a16="http://schemas.microsoft.com/office/drawing/2014/main" id="{A97786AE-207F-495E-BD32-149A46F08379}"/>
              </a:ext>
            </a:extLst>
          </p:cNvPr>
          <p:cNvSpPr>
            <a:spLocks noGrp="1"/>
          </p:cNvSpPr>
          <p:nvPr/>
        </p:nvSpPr>
        <p:spPr>
          <a:xfrm>
            <a:off x="8715375" y="2228850"/>
            <a:ext cx="2143125" cy="4500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Warp 第二时相</a:t>
            </a:r>
          </a:p>
        </p:txBody>
      </p:sp>
      <p:sp>
        <p:nvSpPr>
          <p:cNvPr id="19" name="shape-324">
            <a:extLst>
              <a:ext uri="{FF2B5EF4-FFF2-40B4-BE49-F238E27FC236}">
                <a16:creationId xmlns:a16="http://schemas.microsoft.com/office/drawing/2014/main" id="{5FD6FAFD-1E73-4DCE-913F-FB387A633F2A}"/>
              </a:ext>
            </a:extLst>
          </p:cNvPr>
          <p:cNvSpPr>
            <a:spLocks noGrp="1"/>
          </p:cNvSpPr>
          <p:nvPr/>
        </p:nvSpPr>
        <p:spPr>
          <a:xfrm>
            <a:off x="8715375" y="2623185"/>
            <a:ext cx="2143125" cy="4300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f2ᵃ = Warp(f2,δ)</a:t>
            </a:r>
          </a:p>
        </p:txBody>
      </p:sp>
      <p:sp>
        <p:nvSpPr>
          <p:cNvPr id="20" name="shape-325">
            <a:extLst>
              <a:ext uri="{FF2B5EF4-FFF2-40B4-BE49-F238E27FC236}">
                <a16:creationId xmlns:a16="http://schemas.microsoft.com/office/drawing/2014/main" id="{3B7EC37D-D8E9-4DAC-A855-0AF428F6CEEA}"/>
              </a:ext>
            </a:extLst>
          </p:cNvPr>
          <p:cNvSpPr>
            <a:spLocks noGrp="1"/>
          </p:cNvSpPr>
          <p:nvPr/>
        </p:nvSpPr>
        <p:spPr>
          <a:xfrm>
            <a:off x="11811000" y="2143125"/>
            <a:ext cx="2857500" cy="1000125"/>
          </a:xfrm>
          <a:prstGeom prst="roundRect">
            <a:avLst>
              <a:gd name="adj" fmla="val 6667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21" name="shape-326">
            <a:extLst>
              <a:ext uri="{FF2B5EF4-FFF2-40B4-BE49-F238E27FC236}">
                <a16:creationId xmlns:a16="http://schemas.microsoft.com/office/drawing/2014/main" id="{3784049A-9399-4AF8-8ED9-7E6E6DB0CC21}"/>
              </a:ext>
            </a:extLst>
          </p:cNvPr>
          <p:cNvSpPr>
            <a:spLocks noGrp="1"/>
          </p:cNvSpPr>
          <p:nvPr/>
        </p:nvSpPr>
        <p:spPr>
          <a:xfrm>
            <a:off x="11906250" y="2228850"/>
            <a:ext cx="2667000" cy="4500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对齐特征对</a:t>
            </a:r>
          </a:p>
        </p:txBody>
      </p:sp>
      <p:sp>
        <p:nvSpPr>
          <p:cNvPr id="22" name="shape-327">
            <a:extLst>
              <a:ext uri="{FF2B5EF4-FFF2-40B4-BE49-F238E27FC236}">
                <a16:creationId xmlns:a16="http://schemas.microsoft.com/office/drawing/2014/main" id="{793D8451-014B-4509-8962-9D1D1F3C54D2}"/>
              </a:ext>
            </a:extLst>
          </p:cNvPr>
          <p:cNvSpPr>
            <a:spLocks noGrp="1"/>
          </p:cNvSpPr>
          <p:nvPr/>
        </p:nvSpPr>
        <p:spPr>
          <a:xfrm>
            <a:off x="11906250" y="2623185"/>
            <a:ext cx="2667000" cy="4300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f1 , f2ᵃ</a:t>
            </a:r>
          </a:p>
        </p:txBody>
      </p:sp>
      <p:sp>
        <p:nvSpPr>
          <p:cNvPr id="23" name="shape-328">
            <a:extLst>
              <a:ext uri="{FF2B5EF4-FFF2-40B4-BE49-F238E27FC236}">
                <a16:creationId xmlns:a16="http://schemas.microsoft.com/office/drawing/2014/main" id="{6F38D139-F006-4A18-B021-03F8D687DE78}"/>
              </a:ext>
            </a:extLst>
          </p:cNvPr>
          <p:cNvSpPr>
            <a:spLocks noGrp="1"/>
          </p:cNvSpPr>
          <p:nvPr/>
        </p:nvSpPr>
        <p:spPr>
          <a:xfrm>
            <a:off x="2666048" y="263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4" name="shape-329">
            <a:extLst>
              <a:ext uri="{FF2B5EF4-FFF2-40B4-BE49-F238E27FC236}">
                <a16:creationId xmlns:a16="http://schemas.microsoft.com/office/drawing/2014/main" id="{DAEFC942-833A-4699-80C9-9B4731ADCDAA}"/>
              </a:ext>
            </a:extLst>
          </p:cNvPr>
          <p:cNvSpPr>
            <a:spLocks noGrp="1"/>
          </p:cNvSpPr>
          <p:nvPr/>
        </p:nvSpPr>
        <p:spPr>
          <a:xfrm>
            <a:off x="3523298" y="263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6" name="直接箭头连接符 145"/>
          <p:cNvCxnSpPr>
            <a:stCxn id="23" idx="3"/>
            <a:endCxn id="24" idx="1"/>
          </p:cNvCxnSpPr>
          <p:nvPr/>
        </p:nvCxnSpPr>
        <p:spPr>
          <a:xfrm>
            <a:off x="2667953" y="2638426"/>
            <a:ext cx="855345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26" name="shape-330">
            <a:extLst>
              <a:ext uri="{FF2B5EF4-FFF2-40B4-BE49-F238E27FC236}">
                <a16:creationId xmlns:a16="http://schemas.microsoft.com/office/drawing/2014/main" id="{631BE0BA-ACCC-4CF8-8578-6E9138D4F95F}"/>
              </a:ext>
            </a:extLst>
          </p:cNvPr>
          <p:cNvSpPr>
            <a:spLocks noGrp="1"/>
          </p:cNvSpPr>
          <p:nvPr/>
        </p:nvSpPr>
        <p:spPr>
          <a:xfrm>
            <a:off x="7761923" y="263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7" name="shape-331">
            <a:extLst>
              <a:ext uri="{FF2B5EF4-FFF2-40B4-BE49-F238E27FC236}">
                <a16:creationId xmlns:a16="http://schemas.microsoft.com/office/drawing/2014/main" id="{8580AFB6-EA96-4DA7-98AC-7373DEA73435}"/>
              </a:ext>
            </a:extLst>
          </p:cNvPr>
          <p:cNvSpPr>
            <a:spLocks noGrp="1"/>
          </p:cNvSpPr>
          <p:nvPr/>
        </p:nvSpPr>
        <p:spPr>
          <a:xfrm>
            <a:off x="8619173" y="263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9" name="直接箭头连接符 148"/>
          <p:cNvCxnSpPr>
            <a:stCxn id="26" idx="3"/>
            <a:endCxn id="27" idx="1"/>
          </p:cNvCxnSpPr>
          <p:nvPr/>
        </p:nvCxnSpPr>
        <p:spPr>
          <a:xfrm>
            <a:off x="7763828" y="2638426"/>
            <a:ext cx="855345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29" name="shape-332">
            <a:extLst>
              <a:ext uri="{FF2B5EF4-FFF2-40B4-BE49-F238E27FC236}">
                <a16:creationId xmlns:a16="http://schemas.microsoft.com/office/drawing/2014/main" id="{D20321CD-01B9-4D00-A566-96C387AD9553}"/>
              </a:ext>
            </a:extLst>
          </p:cNvPr>
          <p:cNvSpPr>
            <a:spLocks noGrp="1"/>
          </p:cNvSpPr>
          <p:nvPr/>
        </p:nvSpPr>
        <p:spPr>
          <a:xfrm>
            <a:off x="10952798" y="263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0" name="shape-333">
            <a:extLst>
              <a:ext uri="{FF2B5EF4-FFF2-40B4-BE49-F238E27FC236}">
                <a16:creationId xmlns:a16="http://schemas.microsoft.com/office/drawing/2014/main" id="{9DF2121F-D9B9-4037-89C8-47227FCEDACB}"/>
              </a:ext>
            </a:extLst>
          </p:cNvPr>
          <p:cNvSpPr>
            <a:spLocks noGrp="1"/>
          </p:cNvSpPr>
          <p:nvPr/>
        </p:nvSpPr>
        <p:spPr>
          <a:xfrm>
            <a:off x="11810048" y="2637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2" name="直接箭头连接符 151"/>
          <p:cNvCxnSpPr>
            <a:stCxn id="29" idx="3"/>
            <a:endCxn id="30" idx="1"/>
          </p:cNvCxnSpPr>
          <p:nvPr/>
        </p:nvCxnSpPr>
        <p:spPr>
          <a:xfrm>
            <a:off x="10954703" y="2638426"/>
            <a:ext cx="855345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32" name="shape-334">
            <a:extLst>
              <a:ext uri="{FF2B5EF4-FFF2-40B4-BE49-F238E27FC236}">
                <a16:creationId xmlns:a16="http://schemas.microsoft.com/office/drawing/2014/main" id="{3F0B0442-CC96-42EA-A895-5F5EB37175F4}"/>
              </a:ext>
            </a:extLst>
          </p:cNvPr>
          <p:cNvSpPr>
            <a:spLocks noGrp="1"/>
          </p:cNvSpPr>
          <p:nvPr/>
        </p:nvSpPr>
        <p:spPr>
          <a:xfrm>
            <a:off x="7877175" y="3505200"/>
            <a:ext cx="1905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δ：2×h×w</a:t>
            </a:r>
          </a:p>
        </p:txBody>
      </p:sp>
      <p:sp>
        <p:nvSpPr>
          <p:cNvPr id="33" name="shape-335">
            <a:extLst>
              <a:ext uri="{FF2B5EF4-FFF2-40B4-BE49-F238E27FC236}">
                <a16:creationId xmlns:a16="http://schemas.microsoft.com/office/drawing/2014/main" id="{39C1EE53-0A83-42F9-8EC3-F90CFBA2F314}"/>
              </a:ext>
            </a:extLst>
          </p:cNvPr>
          <p:cNvSpPr>
            <a:spLocks noGrp="1"/>
          </p:cNvSpPr>
          <p:nvPr/>
        </p:nvSpPr>
        <p:spPr>
          <a:xfrm>
            <a:off x="1475423" y="2142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4" name="shape-336">
            <a:extLst>
              <a:ext uri="{FF2B5EF4-FFF2-40B4-BE49-F238E27FC236}">
                <a16:creationId xmlns:a16="http://schemas.microsoft.com/office/drawing/2014/main" id="{866966F0-03D7-4B0A-BFA8-C157DE199EFA}"/>
              </a:ext>
            </a:extLst>
          </p:cNvPr>
          <p:cNvSpPr>
            <a:spLocks noGrp="1"/>
          </p:cNvSpPr>
          <p:nvPr/>
        </p:nvSpPr>
        <p:spPr>
          <a:xfrm>
            <a:off x="1475423" y="1837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6" name="直接箭头连接符 155"/>
          <p:cNvCxnSpPr>
            <a:stCxn id="33" idx="3"/>
            <a:endCxn id="34" idx="1"/>
          </p:cNvCxnSpPr>
          <p:nvPr/>
        </p:nvCxnSpPr>
        <p:spPr>
          <a:xfrm flipH="1" flipV="1">
            <a:off x="1475423" y="1838326"/>
            <a:ext cx="1905" cy="304800"/>
          </a:xfrm>
          <a:prstGeom prst="straightConnector1">
            <a:avLst/>
          </a:prstGeom>
          <a:ln w="19050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36" name="shape-337">
            <a:extLst>
              <a:ext uri="{FF2B5EF4-FFF2-40B4-BE49-F238E27FC236}">
                <a16:creationId xmlns:a16="http://schemas.microsoft.com/office/drawing/2014/main" id="{F2A080DB-0A28-4F2E-A871-F76F1347B25E}"/>
              </a:ext>
            </a:extLst>
          </p:cNvPr>
          <p:cNvSpPr>
            <a:spLocks noGrp="1"/>
          </p:cNvSpPr>
          <p:nvPr/>
        </p:nvSpPr>
        <p:spPr>
          <a:xfrm>
            <a:off x="1475423" y="1837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7" name="shape-338">
            <a:extLst>
              <a:ext uri="{FF2B5EF4-FFF2-40B4-BE49-F238E27FC236}">
                <a16:creationId xmlns:a16="http://schemas.microsoft.com/office/drawing/2014/main" id="{5B7EEA43-E700-4E48-9B28-8E045824527E}"/>
              </a:ext>
            </a:extLst>
          </p:cNvPr>
          <p:cNvSpPr>
            <a:spLocks noGrp="1"/>
          </p:cNvSpPr>
          <p:nvPr/>
        </p:nvSpPr>
        <p:spPr>
          <a:xfrm>
            <a:off x="13238798" y="1837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9" name="直接箭头连接符 158"/>
          <p:cNvCxnSpPr>
            <a:stCxn id="36" idx="3"/>
            <a:endCxn id="37" idx="1"/>
          </p:cNvCxnSpPr>
          <p:nvPr/>
        </p:nvCxnSpPr>
        <p:spPr>
          <a:xfrm>
            <a:off x="1477328" y="1838326"/>
            <a:ext cx="11761470" cy="0"/>
          </a:xfrm>
          <a:prstGeom prst="straightConnector1">
            <a:avLst/>
          </a:prstGeom>
          <a:ln w="19050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39" name="shape-339">
            <a:extLst>
              <a:ext uri="{FF2B5EF4-FFF2-40B4-BE49-F238E27FC236}">
                <a16:creationId xmlns:a16="http://schemas.microsoft.com/office/drawing/2014/main" id="{87ABD142-8E7D-4F7E-B489-277D46593311}"/>
              </a:ext>
            </a:extLst>
          </p:cNvPr>
          <p:cNvSpPr>
            <a:spLocks noGrp="1"/>
          </p:cNvSpPr>
          <p:nvPr/>
        </p:nvSpPr>
        <p:spPr>
          <a:xfrm>
            <a:off x="13238798" y="1837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0" name="shape-340">
            <a:extLst>
              <a:ext uri="{FF2B5EF4-FFF2-40B4-BE49-F238E27FC236}">
                <a16:creationId xmlns:a16="http://schemas.microsoft.com/office/drawing/2014/main" id="{C5E4F98A-E75D-4646-801C-C8AB516D0D89}"/>
              </a:ext>
            </a:extLst>
          </p:cNvPr>
          <p:cNvSpPr>
            <a:spLocks noGrp="1"/>
          </p:cNvSpPr>
          <p:nvPr/>
        </p:nvSpPr>
        <p:spPr>
          <a:xfrm>
            <a:off x="13238798" y="2142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2" name="直接箭头连接符 161"/>
          <p:cNvCxnSpPr>
            <a:stCxn id="39" idx="3"/>
            <a:endCxn id="40" idx="1"/>
          </p:cNvCxnSpPr>
          <p:nvPr/>
        </p:nvCxnSpPr>
        <p:spPr>
          <a:xfrm flipH="1">
            <a:off x="13238798" y="1838326"/>
            <a:ext cx="1905" cy="304800"/>
          </a:xfrm>
          <a:prstGeom prst="straightConnector1">
            <a:avLst/>
          </a:prstGeom>
          <a:ln w="19050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42" name="shape-341">
            <a:extLst>
              <a:ext uri="{FF2B5EF4-FFF2-40B4-BE49-F238E27FC236}">
                <a16:creationId xmlns:a16="http://schemas.microsoft.com/office/drawing/2014/main" id="{2DA0AF70-FB3A-4C86-941A-751545B95F93}"/>
              </a:ext>
            </a:extLst>
          </p:cNvPr>
          <p:cNvSpPr>
            <a:spLocks noGrp="1"/>
          </p:cNvSpPr>
          <p:nvPr/>
        </p:nvSpPr>
        <p:spPr>
          <a:xfrm>
            <a:off x="9906000" y="1876425"/>
            <a:ext cx="1381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f1 直通</a:t>
            </a:r>
          </a:p>
        </p:txBody>
      </p:sp>
      <p:sp>
        <p:nvSpPr>
          <p:cNvPr id="43" name="shape-342">
            <a:extLst>
              <a:ext uri="{FF2B5EF4-FFF2-40B4-BE49-F238E27FC236}">
                <a16:creationId xmlns:a16="http://schemas.microsoft.com/office/drawing/2014/main" id="{71682A03-7738-4752-ADEE-290AA8AA3754}"/>
              </a:ext>
            </a:extLst>
          </p:cNvPr>
          <p:cNvSpPr>
            <a:spLocks noGrp="1"/>
          </p:cNvSpPr>
          <p:nvPr/>
        </p:nvSpPr>
        <p:spPr>
          <a:xfrm>
            <a:off x="1665923" y="3142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4" name="shape-343">
            <a:extLst>
              <a:ext uri="{FF2B5EF4-FFF2-40B4-BE49-F238E27FC236}">
                <a16:creationId xmlns:a16="http://schemas.microsoft.com/office/drawing/2014/main" id="{1E97DDB8-5CD4-4E64-9ADC-E0D3A5B1A0A1}"/>
              </a:ext>
            </a:extLst>
          </p:cNvPr>
          <p:cNvSpPr>
            <a:spLocks noGrp="1"/>
          </p:cNvSpPr>
          <p:nvPr/>
        </p:nvSpPr>
        <p:spPr>
          <a:xfrm>
            <a:off x="1665923" y="3475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6" name="直接箭头连接符 165"/>
          <p:cNvCxnSpPr>
            <a:stCxn id="43" idx="3"/>
            <a:endCxn id="44" idx="1"/>
          </p:cNvCxnSpPr>
          <p:nvPr/>
        </p:nvCxnSpPr>
        <p:spPr>
          <a:xfrm flipH="1">
            <a:off x="1665923" y="3143251"/>
            <a:ext cx="1905" cy="333375"/>
          </a:xfrm>
          <a:prstGeom prst="straightConnector1">
            <a:avLst/>
          </a:prstGeom>
          <a:ln w="19050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46" name="shape-344">
            <a:extLst>
              <a:ext uri="{FF2B5EF4-FFF2-40B4-BE49-F238E27FC236}">
                <a16:creationId xmlns:a16="http://schemas.microsoft.com/office/drawing/2014/main" id="{CD9DE6E3-10FE-4C75-B33B-5EA449715E46}"/>
              </a:ext>
            </a:extLst>
          </p:cNvPr>
          <p:cNvSpPr>
            <a:spLocks noGrp="1"/>
          </p:cNvSpPr>
          <p:nvPr/>
        </p:nvSpPr>
        <p:spPr>
          <a:xfrm>
            <a:off x="1665923" y="3475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7" name="shape-345">
            <a:extLst>
              <a:ext uri="{FF2B5EF4-FFF2-40B4-BE49-F238E27FC236}">
                <a16:creationId xmlns:a16="http://schemas.microsoft.com/office/drawing/2014/main" id="{F202DC44-0D52-4F04-AADC-D4338553C765}"/>
              </a:ext>
            </a:extLst>
          </p:cNvPr>
          <p:cNvSpPr>
            <a:spLocks noGrp="1"/>
          </p:cNvSpPr>
          <p:nvPr/>
        </p:nvSpPr>
        <p:spPr>
          <a:xfrm>
            <a:off x="9790748" y="3475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9" name="直接箭头连接符 168"/>
          <p:cNvCxnSpPr>
            <a:stCxn id="46" idx="3"/>
            <a:endCxn id="47" idx="1"/>
          </p:cNvCxnSpPr>
          <p:nvPr/>
        </p:nvCxnSpPr>
        <p:spPr>
          <a:xfrm>
            <a:off x="1667828" y="3476626"/>
            <a:ext cx="8122920" cy="0"/>
          </a:xfrm>
          <a:prstGeom prst="straightConnector1">
            <a:avLst/>
          </a:prstGeom>
          <a:ln w="19050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49" name="shape-346">
            <a:extLst>
              <a:ext uri="{FF2B5EF4-FFF2-40B4-BE49-F238E27FC236}">
                <a16:creationId xmlns:a16="http://schemas.microsoft.com/office/drawing/2014/main" id="{FFAB1C82-6EF2-49F5-A110-64EF5DE9A491}"/>
              </a:ext>
            </a:extLst>
          </p:cNvPr>
          <p:cNvSpPr>
            <a:spLocks noGrp="1"/>
          </p:cNvSpPr>
          <p:nvPr/>
        </p:nvSpPr>
        <p:spPr>
          <a:xfrm>
            <a:off x="9790748" y="3475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0" name="shape-347">
            <a:extLst>
              <a:ext uri="{FF2B5EF4-FFF2-40B4-BE49-F238E27FC236}">
                <a16:creationId xmlns:a16="http://schemas.microsoft.com/office/drawing/2014/main" id="{1C713C02-FC3C-4B9B-AAFC-4CAD66631B63}"/>
              </a:ext>
            </a:extLst>
          </p:cNvPr>
          <p:cNvSpPr>
            <a:spLocks noGrp="1"/>
          </p:cNvSpPr>
          <p:nvPr/>
        </p:nvSpPr>
        <p:spPr>
          <a:xfrm>
            <a:off x="9790748" y="3142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2" name="直接箭头连接符 171"/>
          <p:cNvCxnSpPr>
            <a:stCxn id="49" idx="3"/>
            <a:endCxn id="50" idx="1"/>
          </p:cNvCxnSpPr>
          <p:nvPr/>
        </p:nvCxnSpPr>
        <p:spPr>
          <a:xfrm flipH="1" flipV="1">
            <a:off x="9790748" y="3143251"/>
            <a:ext cx="1905" cy="333375"/>
          </a:xfrm>
          <a:prstGeom prst="straightConnector1">
            <a:avLst/>
          </a:prstGeom>
          <a:ln w="19050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52" name="shape-348">
            <a:extLst>
              <a:ext uri="{FF2B5EF4-FFF2-40B4-BE49-F238E27FC236}">
                <a16:creationId xmlns:a16="http://schemas.microsoft.com/office/drawing/2014/main" id="{31D90EE9-0F19-4A0F-9A61-289FABAA21FB}"/>
              </a:ext>
            </a:extLst>
          </p:cNvPr>
          <p:cNvSpPr>
            <a:spLocks noGrp="1"/>
          </p:cNvSpPr>
          <p:nvPr/>
        </p:nvSpPr>
        <p:spPr>
          <a:xfrm>
            <a:off x="3857625" y="3505200"/>
            <a:ext cx="23336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f2 重采样输入</a:t>
            </a:r>
          </a:p>
        </p:txBody>
      </p:sp>
      <p:sp>
        <p:nvSpPr>
          <p:cNvPr id="53" name="shape-349">
            <a:extLst>
              <a:ext uri="{FF2B5EF4-FFF2-40B4-BE49-F238E27FC236}">
                <a16:creationId xmlns:a16="http://schemas.microsoft.com/office/drawing/2014/main" id="{78836AA0-2059-4015-A805-67A4F0931EEF}"/>
              </a:ext>
            </a:extLst>
          </p:cNvPr>
          <p:cNvSpPr>
            <a:spLocks noGrp="1"/>
          </p:cNvSpPr>
          <p:nvPr/>
        </p:nvSpPr>
        <p:spPr>
          <a:xfrm>
            <a:off x="571500" y="4733925"/>
            <a:ext cx="2095500" cy="1066800"/>
          </a:xfrm>
          <a:prstGeom prst="roundRect">
            <a:avLst>
              <a:gd name="adj" fmla="val 6250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54" name="shape-350">
            <a:extLst>
              <a:ext uri="{FF2B5EF4-FFF2-40B4-BE49-F238E27FC236}">
                <a16:creationId xmlns:a16="http://schemas.microsoft.com/office/drawing/2014/main" id="{E8676A62-D058-4AFF-9CEB-D271BBBF6BF0}"/>
              </a:ext>
            </a:extLst>
          </p:cNvPr>
          <p:cNvSpPr>
            <a:spLocks noGrp="1"/>
          </p:cNvSpPr>
          <p:nvPr/>
        </p:nvSpPr>
        <p:spPr>
          <a:xfrm>
            <a:off x="666750" y="4819650"/>
            <a:ext cx="190500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绝对差异</a:t>
            </a:r>
          </a:p>
        </p:txBody>
      </p:sp>
      <p:sp>
        <p:nvSpPr>
          <p:cNvPr id="55" name="shape-351">
            <a:extLst>
              <a:ext uri="{FF2B5EF4-FFF2-40B4-BE49-F238E27FC236}">
                <a16:creationId xmlns:a16="http://schemas.microsoft.com/office/drawing/2014/main" id="{827ABA6A-5F09-4E1E-979D-E12166B97D32}"/>
              </a:ext>
            </a:extLst>
          </p:cNvPr>
          <p:cNvSpPr>
            <a:spLocks noGrp="1"/>
          </p:cNvSpPr>
          <p:nvPr/>
        </p:nvSpPr>
        <p:spPr>
          <a:xfrm>
            <a:off x="666750" y="5245989"/>
            <a:ext cx="1905000" cy="4587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Δ0 = |f1 − f2ᵃ|</a:t>
            </a:r>
          </a:p>
        </p:txBody>
      </p:sp>
      <p:sp>
        <p:nvSpPr>
          <p:cNvPr id="56" name="shape-352">
            <a:extLst>
              <a:ext uri="{FF2B5EF4-FFF2-40B4-BE49-F238E27FC236}">
                <a16:creationId xmlns:a16="http://schemas.microsoft.com/office/drawing/2014/main" id="{9FF009D6-2D97-465D-8C8B-A80D8075C84A}"/>
              </a:ext>
            </a:extLst>
          </p:cNvPr>
          <p:cNvSpPr>
            <a:spLocks noGrp="1"/>
          </p:cNvSpPr>
          <p:nvPr/>
        </p:nvSpPr>
        <p:spPr>
          <a:xfrm>
            <a:off x="3286125" y="4733925"/>
            <a:ext cx="2095500" cy="1066800"/>
          </a:xfrm>
          <a:prstGeom prst="roundRect">
            <a:avLst>
              <a:gd name="adj" fmla="val 6250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57" name="shape-353">
            <a:extLst>
              <a:ext uri="{FF2B5EF4-FFF2-40B4-BE49-F238E27FC236}">
                <a16:creationId xmlns:a16="http://schemas.microsoft.com/office/drawing/2014/main" id="{DB9F1FFB-39DC-4C5A-87DE-516DA9F30038}"/>
              </a:ext>
            </a:extLst>
          </p:cNvPr>
          <p:cNvSpPr>
            <a:spLocks noGrp="1"/>
          </p:cNvSpPr>
          <p:nvPr/>
        </p:nvSpPr>
        <p:spPr>
          <a:xfrm>
            <a:off x="3381375" y="4819650"/>
            <a:ext cx="190500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固定高斯滤波</a:t>
            </a:r>
          </a:p>
        </p:txBody>
      </p:sp>
      <p:sp>
        <p:nvSpPr>
          <p:cNvPr id="58" name="shape-354">
            <a:extLst>
              <a:ext uri="{FF2B5EF4-FFF2-40B4-BE49-F238E27FC236}">
                <a16:creationId xmlns:a16="http://schemas.microsoft.com/office/drawing/2014/main" id="{4A5E62AF-DFC7-41DD-AD6E-5A4E94647E43}"/>
              </a:ext>
            </a:extLst>
          </p:cNvPr>
          <p:cNvSpPr>
            <a:spLocks noGrp="1"/>
          </p:cNvSpPr>
          <p:nvPr/>
        </p:nvSpPr>
        <p:spPr>
          <a:xfrm>
            <a:off x="3381375" y="5245989"/>
            <a:ext cx="1905000" cy="4587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3×3，σG=0.8</a:t>
            </a:r>
          </a:p>
        </p:txBody>
      </p:sp>
      <p:sp>
        <p:nvSpPr>
          <p:cNvPr id="59" name="shape-355">
            <a:extLst>
              <a:ext uri="{FF2B5EF4-FFF2-40B4-BE49-F238E27FC236}">
                <a16:creationId xmlns:a16="http://schemas.microsoft.com/office/drawing/2014/main" id="{64816E96-4691-469A-8ADD-62D2D82A4F24}"/>
              </a:ext>
            </a:extLst>
          </p:cNvPr>
          <p:cNvSpPr>
            <a:spLocks noGrp="1"/>
          </p:cNvSpPr>
          <p:nvPr/>
        </p:nvSpPr>
        <p:spPr>
          <a:xfrm>
            <a:off x="6000750" y="4543425"/>
            <a:ext cx="2905125" cy="1447800"/>
          </a:xfrm>
          <a:prstGeom prst="roundRect">
            <a:avLst>
              <a:gd name="adj" fmla="val 4605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60" name="shape-356">
            <a:extLst>
              <a:ext uri="{FF2B5EF4-FFF2-40B4-BE49-F238E27FC236}">
                <a16:creationId xmlns:a16="http://schemas.microsoft.com/office/drawing/2014/main" id="{10E8A026-0678-4597-875E-067C7D564D6E}"/>
              </a:ext>
            </a:extLst>
          </p:cNvPr>
          <p:cNvSpPr>
            <a:spLocks noGrp="1"/>
          </p:cNvSpPr>
          <p:nvPr/>
        </p:nvSpPr>
        <p:spPr>
          <a:xfrm>
            <a:off x="6096000" y="4629150"/>
            <a:ext cx="2714625" cy="6515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小波差异增强</a:t>
            </a:r>
          </a:p>
        </p:txBody>
      </p:sp>
      <p:sp>
        <p:nvSpPr>
          <p:cNvPr id="61" name="shape-357">
            <a:extLst>
              <a:ext uri="{FF2B5EF4-FFF2-40B4-BE49-F238E27FC236}">
                <a16:creationId xmlns:a16="http://schemas.microsoft.com/office/drawing/2014/main" id="{95C5EE90-6811-4EFD-A000-85E20A30B4E1}"/>
              </a:ext>
            </a:extLst>
          </p:cNvPr>
          <p:cNvSpPr>
            <a:spLocks noGrp="1"/>
          </p:cNvSpPr>
          <p:nvPr/>
        </p:nvSpPr>
        <p:spPr>
          <a:xfrm>
            <a:off x="6096000" y="5238369"/>
            <a:ext cx="2714625" cy="622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DWT + LL/HF 增强 + IDWT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重建差异 d</a:t>
            </a:r>
          </a:p>
        </p:txBody>
      </p:sp>
      <p:sp>
        <p:nvSpPr>
          <p:cNvPr id="62" name="shape-358">
            <a:extLst>
              <a:ext uri="{FF2B5EF4-FFF2-40B4-BE49-F238E27FC236}">
                <a16:creationId xmlns:a16="http://schemas.microsoft.com/office/drawing/2014/main" id="{3632CD70-AC17-4E19-8B80-DAED176B165D}"/>
              </a:ext>
            </a:extLst>
          </p:cNvPr>
          <p:cNvSpPr>
            <a:spLocks noGrp="1"/>
          </p:cNvSpPr>
          <p:nvPr/>
        </p:nvSpPr>
        <p:spPr>
          <a:xfrm>
            <a:off x="9620250" y="4638675"/>
            <a:ext cx="2619375" cy="1257300"/>
          </a:xfrm>
          <a:prstGeom prst="roundRect">
            <a:avLst>
              <a:gd name="adj" fmla="val 5303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63" name="shape-359">
            <a:extLst>
              <a:ext uri="{FF2B5EF4-FFF2-40B4-BE49-F238E27FC236}">
                <a16:creationId xmlns:a16="http://schemas.microsoft.com/office/drawing/2014/main" id="{D8F74DE7-4802-4244-9B2C-585F92232BF9}"/>
              </a:ext>
            </a:extLst>
          </p:cNvPr>
          <p:cNvSpPr>
            <a:spLocks noGrp="1"/>
          </p:cNvSpPr>
          <p:nvPr/>
        </p:nvSpPr>
        <p:spPr>
          <a:xfrm>
            <a:off x="9715500" y="4724400"/>
            <a:ext cx="2428875" cy="5657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差异 / 上下文门控</a:t>
            </a:r>
          </a:p>
        </p:txBody>
      </p:sp>
      <p:sp>
        <p:nvSpPr>
          <p:cNvPr id="64" name="shape-360">
            <a:extLst>
              <a:ext uri="{FF2B5EF4-FFF2-40B4-BE49-F238E27FC236}">
                <a16:creationId xmlns:a16="http://schemas.microsoft.com/office/drawing/2014/main" id="{EDFD4C40-85AD-4FB1-8F9D-EF37847761BD}"/>
              </a:ext>
            </a:extLst>
          </p:cNvPr>
          <p:cNvSpPr>
            <a:spLocks noGrp="1"/>
          </p:cNvSpPr>
          <p:nvPr/>
        </p:nvSpPr>
        <p:spPr>
          <a:xfrm>
            <a:off x="9715500" y="5242179"/>
            <a:ext cx="2428875" cy="5406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q=PW(d)，k/v=PW(c)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d* = d + σ(q⊙k)⊙v</a:t>
            </a:r>
          </a:p>
        </p:txBody>
      </p:sp>
      <p:sp>
        <p:nvSpPr>
          <p:cNvPr id="65" name="shape-361">
            <a:extLst>
              <a:ext uri="{FF2B5EF4-FFF2-40B4-BE49-F238E27FC236}">
                <a16:creationId xmlns:a16="http://schemas.microsoft.com/office/drawing/2014/main" id="{BF2CF276-CF92-462D-8983-42940E2F2DB4}"/>
              </a:ext>
            </a:extLst>
          </p:cNvPr>
          <p:cNvSpPr>
            <a:spLocks noGrp="1"/>
          </p:cNvSpPr>
          <p:nvPr/>
        </p:nvSpPr>
        <p:spPr>
          <a:xfrm>
            <a:off x="12858750" y="4733925"/>
            <a:ext cx="1809750" cy="1066800"/>
          </a:xfrm>
          <a:prstGeom prst="roundRect">
            <a:avLst>
              <a:gd name="adj" fmla="val 6250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66" name="shape-362">
            <a:extLst>
              <a:ext uri="{FF2B5EF4-FFF2-40B4-BE49-F238E27FC236}">
                <a16:creationId xmlns:a16="http://schemas.microsoft.com/office/drawing/2014/main" id="{E706CDBA-F077-4C68-BC94-18D7BE1DC654}"/>
              </a:ext>
            </a:extLst>
          </p:cNvPr>
          <p:cNvSpPr>
            <a:spLocks noGrp="1"/>
          </p:cNvSpPr>
          <p:nvPr/>
        </p:nvSpPr>
        <p:spPr>
          <a:xfrm>
            <a:off x="12954000" y="4819650"/>
            <a:ext cx="161925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拼接融合</a:t>
            </a:r>
          </a:p>
        </p:txBody>
      </p:sp>
      <p:sp>
        <p:nvSpPr>
          <p:cNvPr id="67" name="shape-363">
            <a:extLst>
              <a:ext uri="{FF2B5EF4-FFF2-40B4-BE49-F238E27FC236}">
                <a16:creationId xmlns:a16="http://schemas.microsoft.com/office/drawing/2014/main" id="{EDA8FF73-300B-40AB-ADEB-4DA43E3AE921}"/>
              </a:ext>
            </a:extLst>
          </p:cNvPr>
          <p:cNvSpPr>
            <a:spLocks noGrp="1"/>
          </p:cNvSpPr>
          <p:nvPr/>
        </p:nvSpPr>
        <p:spPr>
          <a:xfrm>
            <a:off x="12954000" y="5245989"/>
            <a:ext cx="1619250" cy="4587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Conv3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BN + ReLU</a:t>
            </a:r>
          </a:p>
        </p:txBody>
      </p:sp>
      <p:sp>
        <p:nvSpPr>
          <p:cNvPr id="68" name="shape-364">
            <a:extLst>
              <a:ext uri="{FF2B5EF4-FFF2-40B4-BE49-F238E27FC236}">
                <a16:creationId xmlns:a16="http://schemas.microsoft.com/office/drawing/2014/main" id="{26C9F11E-360A-46DE-92D6-E31CE8A403FA}"/>
              </a:ext>
            </a:extLst>
          </p:cNvPr>
          <p:cNvSpPr>
            <a:spLocks noGrp="1"/>
          </p:cNvSpPr>
          <p:nvPr/>
        </p:nvSpPr>
        <p:spPr>
          <a:xfrm>
            <a:off x="2666048" y="5266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9" name="shape-365">
            <a:extLst>
              <a:ext uri="{FF2B5EF4-FFF2-40B4-BE49-F238E27FC236}">
                <a16:creationId xmlns:a16="http://schemas.microsoft.com/office/drawing/2014/main" id="{8D9F44D1-3150-4C25-9CBA-5A680764B9C4}"/>
              </a:ext>
            </a:extLst>
          </p:cNvPr>
          <p:cNvSpPr>
            <a:spLocks noGrp="1"/>
          </p:cNvSpPr>
          <p:nvPr/>
        </p:nvSpPr>
        <p:spPr>
          <a:xfrm>
            <a:off x="3285173" y="5266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1" name="直接箭头连接符 190"/>
          <p:cNvCxnSpPr>
            <a:stCxn id="68" idx="3"/>
            <a:endCxn id="69" idx="1"/>
          </p:cNvCxnSpPr>
          <p:nvPr/>
        </p:nvCxnSpPr>
        <p:spPr>
          <a:xfrm>
            <a:off x="2667953" y="5267326"/>
            <a:ext cx="61722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71" name="shape-366">
            <a:extLst>
              <a:ext uri="{FF2B5EF4-FFF2-40B4-BE49-F238E27FC236}">
                <a16:creationId xmlns:a16="http://schemas.microsoft.com/office/drawing/2014/main" id="{5E0E2C09-18B7-4102-BE6C-7CAE2C299B5D}"/>
              </a:ext>
            </a:extLst>
          </p:cNvPr>
          <p:cNvSpPr>
            <a:spLocks noGrp="1"/>
          </p:cNvSpPr>
          <p:nvPr/>
        </p:nvSpPr>
        <p:spPr>
          <a:xfrm>
            <a:off x="5380673" y="5266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2" name="shape-367">
            <a:extLst>
              <a:ext uri="{FF2B5EF4-FFF2-40B4-BE49-F238E27FC236}">
                <a16:creationId xmlns:a16="http://schemas.microsoft.com/office/drawing/2014/main" id="{3ACBC6FF-45E5-4FD1-BB6E-8F44D46C4FE2}"/>
              </a:ext>
            </a:extLst>
          </p:cNvPr>
          <p:cNvSpPr>
            <a:spLocks noGrp="1"/>
          </p:cNvSpPr>
          <p:nvPr/>
        </p:nvSpPr>
        <p:spPr>
          <a:xfrm>
            <a:off x="5999798" y="5266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4" name="直接箭头连接符 193"/>
          <p:cNvCxnSpPr>
            <a:stCxn id="71" idx="3"/>
            <a:endCxn id="72" idx="1"/>
          </p:cNvCxnSpPr>
          <p:nvPr/>
        </p:nvCxnSpPr>
        <p:spPr>
          <a:xfrm>
            <a:off x="5382578" y="5267326"/>
            <a:ext cx="61722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74" name="shape-368">
            <a:extLst>
              <a:ext uri="{FF2B5EF4-FFF2-40B4-BE49-F238E27FC236}">
                <a16:creationId xmlns:a16="http://schemas.microsoft.com/office/drawing/2014/main" id="{39E196C9-B3FA-465B-8D1D-8CA4628CA1C1}"/>
              </a:ext>
            </a:extLst>
          </p:cNvPr>
          <p:cNvSpPr>
            <a:spLocks noGrp="1"/>
          </p:cNvSpPr>
          <p:nvPr/>
        </p:nvSpPr>
        <p:spPr>
          <a:xfrm>
            <a:off x="8904923" y="5266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5" name="shape-369">
            <a:extLst>
              <a:ext uri="{FF2B5EF4-FFF2-40B4-BE49-F238E27FC236}">
                <a16:creationId xmlns:a16="http://schemas.microsoft.com/office/drawing/2014/main" id="{027FA457-19E7-4EDF-A4F0-C2D97495AAC5}"/>
              </a:ext>
            </a:extLst>
          </p:cNvPr>
          <p:cNvSpPr>
            <a:spLocks noGrp="1"/>
          </p:cNvSpPr>
          <p:nvPr/>
        </p:nvSpPr>
        <p:spPr>
          <a:xfrm>
            <a:off x="9619298" y="5266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7" name="直接箭头连接符 196"/>
          <p:cNvCxnSpPr>
            <a:stCxn id="74" idx="3"/>
            <a:endCxn id="75" idx="1"/>
          </p:cNvCxnSpPr>
          <p:nvPr/>
        </p:nvCxnSpPr>
        <p:spPr>
          <a:xfrm>
            <a:off x="8906828" y="5267326"/>
            <a:ext cx="71247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77" name="shape-370">
            <a:extLst>
              <a:ext uri="{FF2B5EF4-FFF2-40B4-BE49-F238E27FC236}">
                <a16:creationId xmlns:a16="http://schemas.microsoft.com/office/drawing/2014/main" id="{47041F0F-509E-46AC-BD50-93A2C2BCD98F}"/>
              </a:ext>
            </a:extLst>
          </p:cNvPr>
          <p:cNvSpPr>
            <a:spLocks noGrp="1"/>
          </p:cNvSpPr>
          <p:nvPr/>
        </p:nvSpPr>
        <p:spPr>
          <a:xfrm>
            <a:off x="12238673" y="5266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8" name="shape-371">
            <a:extLst>
              <a:ext uri="{FF2B5EF4-FFF2-40B4-BE49-F238E27FC236}">
                <a16:creationId xmlns:a16="http://schemas.microsoft.com/office/drawing/2014/main" id="{53B1DFD8-CA3D-4FD4-91CA-542A8EB57E11}"/>
              </a:ext>
            </a:extLst>
          </p:cNvPr>
          <p:cNvSpPr>
            <a:spLocks noGrp="1"/>
          </p:cNvSpPr>
          <p:nvPr/>
        </p:nvSpPr>
        <p:spPr>
          <a:xfrm>
            <a:off x="12857798" y="5266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0" name="直接箭头连接符 199"/>
          <p:cNvCxnSpPr>
            <a:stCxn id="77" idx="3"/>
            <a:endCxn id="78" idx="1"/>
          </p:cNvCxnSpPr>
          <p:nvPr/>
        </p:nvCxnSpPr>
        <p:spPr>
          <a:xfrm>
            <a:off x="12240578" y="5267326"/>
            <a:ext cx="61722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80" name="shape-372">
            <a:extLst>
              <a:ext uri="{FF2B5EF4-FFF2-40B4-BE49-F238E27FC236}">
                <a16:creationId xmlns:a16="http://schemas.microsoft.com/office/drawing/2014/main" id="{ACE9C3A4-A74C-40DC-BFB5-09E041FAB116}"/>
              </a:ext>
            </a:extLst>
          </p:cNvPr>
          <p:cNvSpPr>
            <a:spLocks noGrp="1"/>
          </p:cNvSpPr>
          <p:nvPr/>
        </p:nvSpPr>
        <p:spPr>
          <a:xfrm>
            <a:off x="13238798" y="3142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1" name="shape-373">
            <a:extLst>
              <a:ext uri="{FF2B5EF4-FFF2-40B4-BE49-F238E27FC236}">
                <a16:creationId xmlns:a16="http://schemas.microsoft.com/office/drawing/2014/main" id="{6EEEE2AB-AA57-4B4A-873C-68D552F55E38}"/>
              </a:ext>
            </a:extLst>
          </p:cNvPr>
          <p:cNvSpPr>
            <a:spLocks noGrp="1"/>
          </p:cNvSpPr>
          <p:nvPr/>
        </p:nvSpPr>
        <p:spPr>
          <a:xfrm>
            <a:off x="13238798" y="3856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3" name="直接箭头连接符 202"/>
          <p:cNvCxnSpPr>
            <a:stCxn id="80" idx="3"/>
            <a:endCxn id="81" idx="1"/>
          </p:cNvCxnSpPr>
          <p:nvPr/>
        </p:nvCxnSpPr>
        <p:spPr>
          <a:xfrm flipH="1">
            <a:off x="13238798" y="3143251"/>
            <a:ext cx="1905" cy="714375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83" name="shape-374">
            <a:extLst>
              <a:ext uri="{FF2B5EF4-FFF2-40B4-BE49-F238E27FC236}">
                <a16:creationId xmlns:a16="http://schemas.microsoft.com/office/drawing/2014/main" id="{807AD053-4F61-4A7E-BE57-40A5D485CC8F}"/>
              </a:ext>
            </a:extLst>
          </p:cNvPr>
          <p:cNvSpPr>
            <a:spLocks noGrp="1"/>
          </p:cNvSpPr>
          <p:nvPr/>
        </p:nvSpPr>
        <p:spPr>
          <a:xfrm>
            <a:off x="13238798" y="3856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4" name="shape-375">
            <a:extLst>
              <a:ext uri="{FF2B5EF4-FFF2-40B4-BE49-F238E27FC236}">
                <a16:creationId xmlns:a16="http://schemas.microsoft.com/office/drawing/2014/main" id="{AB1E4F89-31AD-445A-9A8E-0DC54DE37D26}"/>
              </a:ext>
            </a:extLst>
          </p:cNvPr>
          <p:cNvSpPr>
            <a:spLocks noGrp="1"/>
          </p:cNvSpPr>
          <p:nvPr/>
        </p:nvSpPr>
        <p:spPr>
          <a:xfrm>
            <a:off x="322898" y="3856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6" name="直接箭头连接符 205"/>
          <p:cNvCxnSpPr>
            <a:stCxn id="83" idx="3"/>
            <a:endCxn id="84" idx="1"/>
          </p:cNvCxnSpPr>
          <p:nvPr/>
        </p:nvCxnSpPr>
        <p:spPr>
          <a:xfrm flipH="1">
            <a:off x="322898" y="3857626"/>
            <a:ext cx="1291780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86" name="shape-376">
            <a:extLst>
              <a:ext uri="{FF2B5EF4-FFF2-40B4-BE49-F238E27FC236}">
                <a16:creationId xmlns:a16="http://schemas.microsoft.com/office/drawing/2014/main" id="{945E8D60-6F88-46F9-84D9-34D4364C4F0F}"/>
              </a:ext>
            </a:extLst>
          </p:cNvPr>
          <p:cNvSpPr>
            <a:spLocks noGrp="1"/>
          </p:cNvSpPr>
          <p:nvPr/>
        </p:nvSpPr>
        <p:spPr>
          <a:xfrm>
            <a:off x="322898" y="3856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7" name="shape-377">
            <a:extLst>
              <a:ext uri="{FF2B5EF4-FFF2-40B4-BE49-F238E27FC236}">
                <a16:creationId xmlns:a16="http://schemas.microsoft.com/office/drawing/2014/main" id="{18F41620-F82B-496C-9E7D-CA17B4C7C934}"/>
              </a:ext>
            </a:extLst>
          </p:cNvPr>
          <p:cNvSpPr>
            <a:spLocks noGrp="1"/>
          </p:cNvSpPr>
          <p:nvPr/>
        </p:nvSpPr>
        <p:spPr>
          <a:xfrm>
            <a:off x="322898" y="5266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9" name="直接箭头连接符 208"/>
          <p:cNvCxnSpPr>
            <a:stCxn id="86" idx="3"/>
            <a:endCxn id="87" idx="1"/>
          </p:cNvCxnSpPr>
          <p:nvPr/>
        </p:nvCxnSpPr>
        <p:spPr>
          <a:xfrm flipH="1">
            <a:off x="322898" y="3857626"/>
            <a:ext cx="1905" cy="140970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89" name="shape-378">
            <a:extLst>
              <a:ext uri="{FF2B5EF4-FFF2-40B4-BE49-F238E27FC236}">
                <a16:creationId xmlns:a16="http://schemas.microsoft.com/office/drawing/2014/main" id="{4EC4596C-2D0C-4923-A624-1861D9E0C689}"/>
              </a:ext>
            </a:extLst>
          </p:cNvPr>
          <p:cNvSpPr>
            <a:spLocks noGrp="1"/>
          </p:cNvSpPr>
          <p:nvPr/>
        </p:nvSpPr>
        <p:spPr>
          <a:xfrm>
            <a:off x="322898" y="5266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0" name="shape-379">
            <a:extLst>
              <a:ext uri="{FF2B5EF4-FFF2-40B4-BE49-F238E27FC236}">
                <a16:creationId xmlns:a16="http://schemas.microsoft.com/office/drawing/2014/main" id="{7AABF33E-7F4E-4F33-BF4A-27BD197429FF}"/>
              </a:ext>
            </a:extLst>
          </p:cNvPr>
          <p:cNvSpPr>
            <a:spLocks noGrp="1"/>
          </p:cNvSpPr>
          <p:nvPr/>
        </p:nvSpPr>
        <p:spPr>
          <a:xfrm>
            <a:off x="570548" y="5266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2" name="直接箭头连接符 211"/>
          <p:cNvCxnSpPr>
            <a:stCxn id="89" idx="3"/>
            <a:endCxn id="90" idx="1"/>
          </p:cNvCxnSpPr>
          <p:nvPr/>
        </p:nvCxnSpPr>
        <p:spPr>
          <a:xfrm>
            <a:off x="324803" y="5267326"/>
            <a:ext cx="24574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92" name="shape-380">
            <a:extLst>
              <a:ext uri="{FF2B5EF4-FFF2-40B4-BE49-F238E27FC236}">
                <a16:creationId xmlns:a16="http://schemas.microsoft.com/office/drawing/2014/main" id="{FFD7BBB8-B16B-4587-A9C2-C6F6D139F047}"/>
              </a:ext>
            </a:extLst>
          </p:cNvPr>
          <p:cNvSpPr>
            <a:spLocks noGrp="1"/>
          </p:cNvSpPr>
          <p:nvPr/>
        </p:nvSpPr>
        <p:spPr>
          <a:xfrm>
            <a:off x="3333750" y="393382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f1 与 f2ᵃ</a:t>
            </a:r>
          </a:p>
        </p:txBody>
      </p:sp>
      <p:sp>
        <p:nvSpPr>
          <p:cNvPr id="93" name="shape-381">
            <a:extLst>
              <a:ext uri="{FF2B5EF4-FFF2-40B4-BE49-F238E27FC236}">
                <a16:creationId xmlns:a16="http://schemas.microsoft.com/office/drawing/2014/main" id="{36A04EDE-7A2D-432E-8080-6781ACDEDAD2}"/>
              </a:ext>
            </a:extLst>
          </p:cNvPr>
          <p:cNvSpPr>
            <a:spLocks noGrp="1"/>
          </p:cNvSpPr>
          <p:nvPr/>
        </p:nvSpPr>
        <p:spPr>
          <a:xfrm>
            <a:off x="9620250" y="6648450"/>
            <a:ext cx="3143250" cy="809625"/>
          </a:xfrm>
          <a:prstGeom prst="roundRect">
            <a:avLst>
              <a:gd name="adj" fmla="val 8235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94" name="shape-382">
            <a:extLst>
              <a:ext uri="{FF2B5EF4-FFF2-40B4-BE49-F238E27FC236}">
                <a16:creationId xmlns:a16="http://schemas.microsoft.com/office/drawing/2014/main" id="{8BA1C6F2-02DE-4917-A1B9-788A8E5FC9E6}"/>
              </a:ext>
            </a:extLst>
          </p:cNvPr>
          <p:cNvSpPr>
            <a:spLocks noGrp="1"/>
          </p:cNvSpPr>
          <p:nvPr/>
        </p:nvSpPr>
        <p:spPr>
          <a:xfrm>
            <a:off x="9715500" y="6734175"/>
            <a:ext cx="2952750" cy="3643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上下文 c = PW[f1,f2ᵃ]</a:t>
            </a:r>
          </a:p>
        </p:txBody>
      </p:sp>
      <p:sp>
        <p:nvSpPr>
          <p:cNvPr id="95" name="shape-383">
            <a:extLst>
              <a:ext uri="{FF2B5EF4-FFF2-40B4-BE49-F238E27FC236}">
                <a16:creationId xmlns:a16="http://schemas.microsoft.com/office/drawing/2014/main" id="{0D921910-C986-485B-992F-1E12A38A6831}"/>
              </a:ext>
            </a:extLst>
          </p:cNvPr>
          <p:cNvSpPr>
            <a:spLocks noGrp="1"/>
          </p:cNvSpPr>
          <p:nvPr/>
        </p:nvSpPr>
        <p:spPr>
          <a:xfrm>
            <a:off x="9715500" y="7037070"/>
            <a:ext cx="2952750" cy="3481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PW 1×1：2C → C</a:t>
            </a:r>
          </a:p>
        </p:txBody>
      </p:sp>
      <p:sp>
        <p:nvSpPr>
          <p:cNvPr id="96" name="shape-384">
            <a:extLst>
              <a:ext uri="{FF2B5EF4-FFF2-40B4-BE49-F238E27FC236}">
                <a16:creationId xmlns:a16="http://schemas.microsoft.com/office/drawing/2014/main" id="{70C029C8-4ED2-4078-AE68-EF51219F50E2}"/>
              </a:ext>
            </a:extLst>
          </p:cNvPr>
          <p:cNvSpPr>
            <a:spLocks noGrp="1"/>
          </p:cNvSpPr>
          <p:nvPr/>
        </p:nvSpPr>
        <p:spPr>
          <a:xfrm>
            <a:off x="7096125" y="6696075"/>
            <a:ext cx="1952625" cy="723900"/>
          </a:xfrm>
          <a:prstGeom prst="roundRect">
            <a:avLst>
              <a:gd name="adj" fmla="val 9211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97" name="shape-385">
            <a:extLst>
              <a:ext uri="{FF2B5EF4-FFF2-40B4-BE49-F238E27FC236}">
                <a16:creationId xmlns:a16="http://schemas.microsoft.com/office/drawing/2014/main" id="{D804FCE9-616E-44A4-81CE-4666E559646B}"/>
              </a:ext>
            </a:extLst>
          </p:cNvPr>
          <p:cNvSpPr>
            <a:spLocks noGrp="1"/>
          </p:cNvSpPr>
          <p:nvPr/>
        </p:nvSpPr>
        <p:spPr>
          <a:xfrm>
            <a:off x="7191375" y="6772275"/>
            <a:ext cx="1762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f1 , f2ᵃ</a:t>
            </a:r>
          </a:p>
        </p:txBody>
      </p:sp>
      <p:sp>
        <p:nvSpPr>
          <p:cNvPr id="98" name="shape-386">
            <a:extLst>
              <a:ext uri="{FF2B5EF4-FFF2-40B4-BE49-F238E27FC236}">
                <a16:creationId xmlns:a16="http://schemas.microsoft.com/office/drawing/2014/main" id="{160C3D67-9EA8-497B-AA78-15EF8D952B16}"/>
              </a:ext>
            </a:extLst>
          </p:cNvPr>
          <p:cNvSpPr>
            <a:spLocks noGrp="1"/>
          </p:cNvSpPr>
          <p:nvPr/>
        </p:nvSpPr>
        <p:spPr>
          <a:xfrm>
            <a:off x="9047798" y="705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9" name="shape-387">
            <a:extLst>
              <a:ext uri="{FF2B5EF4-FFF2-40B4-BE49-F238E27FC236}">
                <a16:creationId xmlns:a16="http://schemas.microsoft.com/office/drawing/2014/main" id="{D32D0398-F850-4156-B2C0-2C22E73A6555}"/>
              </a:ext>
            </a:extLst>
          </p:cNvPr>
          <p:cNvSpPr>
            <a:spLocks noGrp="1"/>
          </p:cNvSpPr>
          <p:nvPr/>
        </p:nvSpPr>
        <p:spPr>
          <a:xfrm>
            <a:off x="9619298" y="705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21" name="直接箭头连接符 220"/>
          <p:cNvCxnSpPr>
            <a:stCxn id="98" idx="3"/>
            <a:endCxn id="99" idx="1"/>
          </p:cNvCxnSpPr>
          <p:nvPr/>
        </p:nvCxnSpPr>
        <p:spPr>
          <a:xfrm>
            <a:off x="9049703" y="7058026"/>
            <a:ext cx="5695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101" name="shape-388">
            <a:extLst>
              <a:ext uri="{FF2B5EF4-FFF2-40B4-BE49-F238E27FC236}">
                <a16:creationId xmlns:a16="http://schemas.microsoft.com/office/drawing/2014/main" id="{B19F082E-024A-46A7-B4DC-13BFC940572C}"/>
              </a:ext>
            </a:extLst>
          </p:cNvPr>
          <p:cNvSpPr>
            <a:spLocks noGrp="1"/>
          </p:cNvSpPr>
          <p:nvPr/>
        </p:nvSpPr>
        <p:spPr>
          <a:xfrm>
            <a:off x="11190923" y="6647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2" name="shape-389">
            <a:extLst>
              <a:ext uri="{FF2B5EF4-FFF2-40B4-BE49-F238E27FC236}">
                <a16:creationId xmlns:a16="http://schemas.microsoft.com/office/drawing/2014/main" id="{EBDE01D8-DFDA-46E2-BEF0-8528D3274CAE}"/>
              </a:ext>
            </a:extLst>
          </p:cNvPr>
          <p:cNvSpPr>
            <a:spLocks noGrp="1"/>
          </p:cNvSpPr>
          <p:nvPr/>
        </p:nvSpPr>
        <p:spPr>
          <a:xfrm>
            <a:off x="11190923" y="58950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24" name="直接箭头连接符 223"/>
          <p:cNvCxnSpPr>
            <a:stCxn id="101" idx="3"/>
            <a:endCxn id="102" idx="1"/>
          </p:cNvCxnSpPr>
          <p:nvPr/>
        </p:nvCxnSpPr>
        <p:spPr>
          <a:xfrm flipH="1" flipV="1">
            <a:off x="11190923" y="5895976"/>
            <a:ext cx="1905" cy="752475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104" name="shape-390">
            <a:extLst>
              <a:ext uri="{FF2B5EF4-FFF2-40B4-BE49-F238E27FC236}">
                <a16:creationId xmlns:a16="http://schemas.microsoft.com/office/drawing/2014/main" id="{94F792C2-D24A-438B-A0A1-34A190361CD0}"/>
              </a:ext>
            </a:extLst>
          </p:cNvPr>
          <p:cNvSpPr>
            <a:spLocks noGrp="1"/>
          </p:cNvSpPr>
          <p:nvPr/>
        </p:nvSpPr>
        <p:spPr>
          <a:xfrm>
            <a:off x="12095798" y="6647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5" name="shape-391">
            <a:extLst>
              <a:ext uri="{FF2B5EF4-FFF2-40B4-BE49-F238E27FC236}">
                <a16:creationId xmlns:a16="http://schemas.microsoft.com/office/drawing/2014/main" id="{D8DA437D-230C-4DB0-8CE3-219EE561FD22}"/>
              </a:ext>
            </a:extLst>
          </p:cNvPr>
          <p:cNvSpPr>
            <a:spLocks noGrp="1"/>
          </p:cNvSpPr>
          <p:nvPr/>
        </p:nvSpPr>
        <p:spPr>
          <a:xfrm>
            <a:off x="12095798" y="6266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27" name="直接箭头连接符 226"/>
          <p:cNvCxnSpPr>
            <a:stCxn id="104" idx="3"/>
            <a:endCxn id="105" idx="1"/>
          </p:cNvCxnSpPr>
          <p:nvPr/>
        </p:nvCxnSpPr>
        <p:spPr>
          <a:xfrm flipH="1" flipV="1">
            <a:off x="12095798" y="6267451"/>
            <a:ext cx="1905" cy="38100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107" name="shape-392">
            <a:extLst>
              <a:ext uri="{FF2B5EF4-FFF2-40B4-BE49-F238E27FC236}">
                <a16:creationId xmlns:a16="http://schemas.microsoft.com/office/drawing/2014/main" id="{06DBE04C-CC8B-4316-86A8-EAD166A7662F}"/>
              </a:ext>
            </a:extLst>
          </p:cNvPr>
          <p:cNvSpPr>
            <a:spLocks noGrp="1"/>
          </p:cNvSpPr>
          <p:nvPr/>
        </p:nvSpPr>
        <p:spPr>
          <a:xfrm>
            <a:off x="12095798" y="6266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8" name="shape-393">
            <a:extLst>
              <a:ext uri="{FF2B5EF4-FFF2-40B4-BE49-F238E27FC236}">
                <a16:creationId xmlns:a16="http://schemas.microsoft.com/office/drawing/2014/main" id="{BFD0E487-BB14-48D4-9D36-7C59461AF980}"/>
              </a:ext>
            </a:extLst>
          </p:cNvPr>
          <p:cNvSpPr>
            <a:spLocks noGrp="1"/>
          </p:cNvSpPr>
          <p:nvPr/>
        </p:nvSpPr>
        <p:spPr>
          <a:xfrm>
            <a:off x="12524423" y="6266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0" name="直接箭头连接符 229"/>
          <p:cNvCxnSpPr>
            <a:stCxn id="107" idx="3"/>
            <a:endCxn id="108" idx="1"/>
          </p:cNvCxnSpPr>
          <p:nvPr/>
        </p:nvCxnSpPr>
        <p:spPr>
          <a:xfrm>
            <a:off x="12097703" y="6267451"/>
            <a:ext cx="4267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110" name="shape-394">
            <a:extLst>
              <a:ext uri="{FF2B5EF4-FFF2-40B4-BE49-F238E27FC236}">
                <a16:creationId xmlns:a16="http://schemas.microsoft.com/office/drawing/2014/main" id="{5C7736F0-6100-4D49-8DF8-FC05A4F42431}"/>
              </a:ext>
            </a:extLst>
          </p:cNvPr>
          <p:cNvSpPr>
            <a:spLocks noGrp="1"/>
          </p:cNvSpPr>
          <p:nvPr/>
        </p:nvSpPr>
        <p:spPr>
          <a:xfrm>
            <a:off x="12524423" y="6266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1" name="shape-395">
            <a:extLst>
              <a:ext uri="{FF2B5EF4-FFF2-40B4-BE49-F238E27FC236}">
                <a16:creationId xmlns:a16="http://schemas.microsoft.com/office/drawing/2014/main" id="{FF7D8236-4C86-4C68-97DE-7ADA77254477}"/>
              </a:ext>
            </a:extLst>
          </p:cNvPr>
          <p:cNvSpPr>
            <a:spLocks noGrp="1"/>
          </p:cNvSpPr>
          <p:nvPr/>
        </p:nvSpPr>
        <p:spPr>
          <a:xfrm>
            <a:off x="12524423" y="56187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3" name="直接箭头连接符 232"/>
          <p:cNvCxnSpPr>
            <a:stCxn id="110" idx="3"/>
            <a:endCxn id="111" idx="1"/>
          </p:cNvCxnSpPr>
          <p:nvPr/>
        </p:nvCxnSpPr>
        <p:spPr>
          <a:xfrm flipH="1" flipV="1">
            <a:off x="12524423" y="5619751"/>
            <a:ext cx="1905" cy="64770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113" name="shape-396">
            <a:extLst>
              <a:ext uri="{FF2B5EF4-FFF2-40B4-BE49-F238E27FC236}">
                <a16:creationId xmlns:a16="http://schemas.microsoft.com/office/drawing/2014/main" id="{7B8446F1-5C32-49F4-8EE7-AF175A17204F}"/>
              </a:ext>
            </a:extLst>
          </p:cNvPr>
          <p:cNvSpPr>
            <a:spLocks noGrp="1"/>
          </p:cNvSpPr>
          <p:nvPr/>
        </p:nvSpPr>
        <p:spPr>
          <a:xfrm>
            <a:off x="12524423" y="56187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4" name="shape-397">
            <a:extLst>
              <a:ext uri="{FF2B5EF4-FFF2-40B4-BE49-F238E27FC236}">
                <a16:creationId xmlns:a16="http://schemas.microsoft.com/office/drawing/2014/main" id="{C3E0D3DF-7809-4DD9-9257-520E298A9D02}"/>
              </a:ext>
            </a:extLst>
          </p:cNvPr>
          <p:cNvSpPr>
            <a:spLocks noGrp="1"/>
          </p:cNvSpPr>
          <p:nvPr/>
        </p:nvSpPr>
        <p:spPr>
          <a:xfrm>
            <a:off x="12857798" y="56187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6" name="直接箭头连接符 235"/>
          <p:cNvCxnSpPr>
            <a:stCxn id="113" idx="3"/>
            <a:endCxn id="114" idx="1"/>
          </p:cNvCxnSpPr>
          <p:nvPr/>
        </p:nvCxnSpPr>
        <p:spPr>
          <a:xfrm>
            <a:off x="12526328" y="5619751"/>
            <a:ext cx="33147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116" name="shape-398">
            <a:extLst>
              <a:ext uri="{FF2B5EF4-FFF2-40B4-BE49-F238E27FC236}">
                <a16:creationId xmlns:a16="http://schemas.microsoft.com/office/drawing/2014/main" id="{EDBB0471-68A6-482A-BE22-3AA4AA833229}"/>
              </a:ext>
            </a:extLst>
          </p:cNvPr>
          <p:cNvSpPr>
            <a:spLocks noGrp="1"/>
          </p:cNvSpPr>
          <p:nvPr/>
        </p:nvSpPr>
        <p:spPr>
          <a:xfrm>
            <a:off x="13762673" y="5799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7" name="shape-399">
            <a:extLst>
              <a:ext uri="{FF2B5EF4-FFF2-40B4-BE49-F238E27FC236}">
                <a16:creationId xmlns:a16="http://schemas.microsoft.com/office/drawing/2014/main" id="{BF554D5B-4153-4070-915B-588A43C64E92}"/>
              </a:ext>
            </a:extLst>
          </p:cNvPr>
          <p:cNvSpPr>
            <a:spLocks noGrp="1"/>
          </p:cNvSpPr>
          <p:nvPr/>
        </p:nvSpPr>
        <p:spPr>
          <a:xfrm>
            <a:off x="13762673" y="6028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9" name="直接箭头连接符 238"/>
          <p:cNvCxnSpPr>
            <a:stCxn id="116" idx="3"/>
            <a:endCxn id="117" idx="1"/>
          </p:cNvCxnSpPr>
          <p:nvPr/>
        </p:nvCxnSpPr>
        <p:spPr>
          <a:xfrm flipH="1">
            <a:off x="13762673" y="5800726"/>
            <a:ext cx="1905" cy="22860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119" name="shape-400">
            <a:extLst>
              <a:ext uri="{FF2B5EF4-FFF2-40B4-BE49-F238E27FC236}">
                <a16:creationId xmlns:a16="http://schemas.microsoft.com/office/drawing/2014/main" id="{BDD6D8CE-6297-44F0-AC8B-CB62EC28D886}"/>
              </a:ext>
            </a:extLst>
          </p:cNvPr>
          <p:cNvSpPr>
            <a:spLocks noGrp="1"/>
          </p:cNvSpPr>
          <p:nvPr/>
        </p:nvSpPr>
        <p:spPr>
          <a:xfrm>
            <a:off x="12858750" y="6029325"/>
            <a:ext cx="1809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输出 D：C×h×w</a:t>
            </a:r>
          </a:p>
        </p:txBody>
      </p:sp>
      <p:sp>
        <p:nvSpPr>
          <p:cNvPr id="120" name="shape-401">
            <a:extLst>
              <a:ext uri="{FF2B5EF4-FFF2-40B4-BE49-F238E27FC236}">
                <a16:creationId xmlns:a16="http://schemas.microsoft.com/office/drawing/2014/main" id="{DCF74002-7F43-4610-941E-44F8EEA12C3D}"/>
              </a:ext>
            </a:extLst>
          </p:cNvPr>
          <p:cNvSpPr>
            <a:spLocks noGrp="1"/>
          </p:cNvSpPr>
          <p:nvPr/>
        </p:nvSpPr>
        <p:spPr>
          <a:xfrm>
            <a:off x="12287250" y="639127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121" name="shape-402">
            <a:extLst>
              <a:ext uri="{FF2B5EF4-FFF2-40B4-BE49-F238E27FC236}">
                <a16:creationId xmlns:a16="http://schemas.microsoft.com/office/drawing/2014/main" id="{2FD22D43-8FD1-4C2D-9628-FB6AE568FCA4}"/>
              </a:ext>
            </a:extLst>
          </p:cNvPr>
          <p:cNvSpPr>
            <a:spLocks noGrp="1"/>
          </p:cNvSpPr>
          <p:nvPr/>
        </p:nvSpPr>
        <p:spPr>
          <a:xfrm>
            <a:off x="6105525" y="62388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子带增强内部结构见下一页</a:t>
            </a:r>
          </a:p>
        </p:txBody>
      </p:sp>
    </p:spTree>
    <p:extLst>
      <p:ext uri="{BB962C8B-B14F-4D97-AF65-F5344CB8AC3E}">
        <p14:creationId xmlns:p14="http://schemas.microsoft.com/office/powerpoint/2010/main" val="781496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-403">
            <a:extLst>
              <a:ext uri="{FF2B5EF4-FFF2-40B4-BE49-F238E27FC236}">
                <a16:creationId xmlns:a16="http://schemas.microsoft.com/office/drawing/2014/main" id="{EA138D7C-4A37-47EA-B6BC-6269C0439760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400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EAOM 小波子带增强</a:t>
            </a:r>
          </a:p>
        </p:txBody>
      </p:sp>
      <p:sp>
        <p:nvSpPr>
          <p:cNvPr id="2" name="shape-404">
            <a:extLst>
              <a:ext uri="{FF2B5EF4-FFF2-40B4-BE49-F238E27FC236}">
                <a16:creationId xmlns:a16="http://schemas.microsoft.com/office/drawing/2014/main" id="{BC1FBE34-02AC-4B47-9586-A1C906B2B197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390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低频用双池化通道注意力，高频用能量引导的三个方向独立调制</a:t>
            </a:r>
          </a:p>
        </p:txBody>
      </p:sp>
      <p:sp>
        <p:nvSpPr>
          <p:cNvPr id="3" name="shape-405">
            <a:extLst>
              <a:ext uri="{FF2B5EF4-FFF2-40B4-BE49-F238E27FC236}">
                <a16:creationId xmlns:a16="http://schemas.microsoft.com/office/drawing/2014/main" id="{4C8F03D7-A1F9-4703-A512-65ABFDC856AB}"/>
              </a:ext>
            </a:extLst>
          </p:cNvPr>
          <p:cNvSpPr>
            <a:spLocks noGrp="1"/>
          </p:cNvSpPr>
          <p:nvPr/>
        </p:nvSpPr>
        <p:spPr>
          <a:xfrm>
            <a:off x="570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shape-406">
            <a:extLst>
              <a:ext uri="{FF2B5EF4-FFF2-40B4-BE49-F238E27FC236}">
                <a16:creationId xmlns:a16="http://schemas.microsoft.com/office/drawing/2014/main" id="{469FC17A-078A-41EC-9108-3B48043677B5}"/>
              </a:ext>
            </a:extLst>
          </p:cNvPr>
          <p:cNvSpPr>
            <a:spLocks noGrp="1"/>
          </p:cNvSpPr>
          <p:nvPr/>
        </p:nvSpPr>
        <p:spPr>
          <a:xfrm>
            <a:off x="14667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0" name="直接箭头连接符 129"/>
          <p:cNvCxnSpPr>
            <a:stCxn id="3" idx="3"/>
            <a:endCxn id="4" idx="1"/>
          </p:cNvCxnSpPr>
          <p:nvPr/>
        </p:nvCxnSpPr>
        <p:spPr>
          <a:xfrm>
            <a:off x="572453" y="1657351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6" name="shape-407">
            <a:extLst>
              <a:ext uri="{FF2B5EF4-FFF2-40B4-BE49-F238E27FC236}">
                <a16:creationId xmlns:a16="http://schemas.microsoft.com/office/drawing/2014/main" id="{857DF4CB-24C1-4D46-A0B9-8029CDB5F283}"/>
              </a:ext>
            </a:extLst>
          </p:cNvPr>
          <p:cNvSpPr>
            <a:spLocks noGrp="1"/>
          </p:cNvSpPr>
          <p:nvPr/>
        </p:nvSpPr>
        <p:spPr>
          <a:xfrm>
            <a:off x="570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" name="shape-408">
            <a:extLst>
              <a:ext uri="{FF2B5EF4-FFF2-40B4-BE49-F238E27FC236}">
                <a16:creationId xmlns:a16="http://schemas.microsoft.com/office/drawing/2014/main" id="{0E07669C-69AA-443C-84CC-CB8E6D9D9646}"/>
              </a:ext>
            </a:extLst>
          </p:cNvPr>
          <p:cNvSpPr>
            <a:spLocks noGrp="1"/>
          </p:cNvSpPr>
          <p:nvPr/>
        </p:nvSpPr>
        <p:spPr>
          <a:xfrm>
            <a:off x="14667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3" name="直接箭头连接符 132"/>
          <p:cNvCxnSpPr>
            <a:stCxn id="6" idx="3"/>
            <a:endCxn id="7" idx="1"/>
          </p:cNvCxnSpPr>
          <p:nvPr/>
        </p:nvCxnSpPr>
        <p:spPr>
          <a:xfrm>
            <a:off x="572453" y="7953376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9" name="shape-409">
            <a:extLst>
              <a:ext uri="{FF2B5EF4-FFF2-40B4-BE49-F238E27FC236}">
                <a16:creationId xmlns:a16="http://schemas.microsoft.com/office/drawing/2014/main" id="{39F125AC-BCD7-4EC4-AA65-D525438B532A}"/>
              </a:ext>
            </a:extLst>
          </p:cNvPr>
          <p:cNvSpPr>
            <a:spLocks noGrp="1"/>
          </p:cNvSpPr>
          <p:nvPr/>
        </p:nvSpPr>
        <p:spPr>
          <a:xfrm>
            <a:off x="571500" y="8067675"/>
            <a:ext cx="1323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Δ 为已高斯滤波的差异。LL / HF 均为 C×h/2×w/2。高频堆叠顺序保持代码的 [HL, LH, HH]。</a:t>
            </a:r>
          </a:p>
        </p:txBody>
      </p:sp>
      <p:sp>
        <p:nvSpPr>
          <p:cNvPr id="10" name="shape-410">
            <a:extLst>
              <a:ext uri="{FF2B5EF4-FFF2-40B4-BE49-F238E27FC236}">
                <a16:creationId xmlns:a16="http://schemas.microsoft.com/office/drawing/2014/main" id="{DEFCC958-1C2A-4F20-B0E9-9FF984A47757}"/>
              </a:ext>
            </a:extLst>
          </p:cNvPr>
          <p:cNvSpPr>
            <a:spLocks noGrp="1"/>
          </p:cNvSpPr>
          <p:nvPr/>
        </p:nvSpPr>
        <p:spPr>
          <a:xfrm>
            <a:off x="14097000" y="806767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11" name="shape-411">
            <a:extLst>
              <a:ext uri="{FF2B5EF4-FFF2-40B4-BE49-F238E27FC236}">
                <a16:creationId xmlns:a16="http://schemas.microsoft.com/office/drawing/2014/main" id="{B078D687-9C87-4C59-BBD7-B2541D2BF685}"/>
              </a:ext>
            </a:extLst>
          </p:cNvPr>
          <p:cNvSpPr>
            <a:spLocks noGrp="1"/>
          </p:cNvSpPr>
          <p:nvPr/>
        </p:nvSpPr>
        <p:spPr>
          <a:xfrm>
            <a:off x="571500" y="3943350"/>
            <a:ext cx="1428750" cy="838200"/>
          </a:xfrm>
          <a:prstGeom prst="roundRect">
            <a:avLst>
              <a:gd name="adj" fmla="val 7955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12" name="shape-412">
            <a:extLst>
              <a:ext uri="{FF2B5EF4-FFF2-40B4-BE49-F238E27FC236}">
                <a16:creationId xmlns:a16="http://schemas.microsoft.com/office/drawing/2014/main" id="{B05098E7-6992-48EF-A42B-98FA882E27C6}"/>
              </a:ext>
            </a:extLst>
          </p:cNvPr>
          <p:cNvSpPr>
            <a:spLocks noGrp="1"/>
          </p:cNvSpPr>
          <p:nvPr/>
        </p:nvSpPr>
        <p:spPr>
          <a:xfrm>
            <a:off x="666750" y="4029075"/>
            <a:ext cx="1238250" cy="3771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Δ</a:t>
            </a:r>
          </a:p>
        </p:txBody>
      </p:sp>
      <p:sp>
        <p:nvSpPr>
          <p:cNvPr id="13" name="shape-413">
            <a:extLst>
              <a:ext uri="{FF2B5EF4-FFF2-40B4-BE49-F238E27FC236}">
                <a16:creationId xmlns:a16="http://schemas.microsoft.com/office/drawing/2014/main" id="{811E18B0-9915-4F64-B750-40075FBD534C}"/>
              </a:ext>
            </a:extLst>
          </p:cNvPr>
          <p:cNvSpPr>
            <a:spLocks noGrp="1"/>
          </p:cNvSpPr>
          <p:nvPr/>
        </p:nvSpPr>
        <p:spPr>
          <a:xfrm>
            <a:off x="666750" y="4345686"/>
            <a:ext cx="1238250" cy="3604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C×h×w</a:t>
            </a:r>
          </a:p>
        </p:txBody>
      </p:sp>
      <p:sp>
        <p:nvSpPr>
          <p:cNvPr id="14" name="shape-414">
            <a:extLst>
              <a:ext uri="{FF2B5EF4-FFF2-40B4-BE49-F238E27FC236}">
                <a16:creationId xmlns:a16="http://schemas.microsoft.com/office/drawing/2014/main" id="{33734DA0-8900-4E43-AB90-6451905D551C}"/>
              </a:ext>
            </a:extLst>
          </p:cNvPr>
          <p:cNvSpPr>
            <a:spLocks noGrp="1"/>
          </p:cNvSpPr>
          <p:nvPr/>
        </p:nvSpPr>
        <p:spPr>
          <a:xfrm>
            <a:off x="2667000" y="3943350"/>
            <a:ext cx="1476375" cy="838200"/>
          </a:xfrm>
          <a:prstGeom prst="roundRect">
            <a:avLst>
              <a:gd name="adj" fmla="val 7955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15" name="shape-415">
            <a:extLst>
              <a:ext uri="{FF2B5EF4-FFF2-40B4-BE49-F238E27FC236}">
                <a16:creationId xmlns:a16="http://schemas.microsoft.com/office/drawing/2014/main" id="{71AA873E-092A-4B6D-B13A-DC6A49CA0225}"/>
              </a:ext>
            </a:extLst>
          </p:cNvPr>
          <p:cNvSpPr>
            <a:spLocks noGrp="1"/>
          </p:cNvSpPr>
          <p:nvPr/>
        </p:nvSpPr>
        <p:spPr>
          <a:xfrm>
            <a:off x="2762250" y="4029075"/>
            <a:ext cx="1285875" cy="3771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Haar DWT</a:t>
            </a:r>
          </a:p>
        </p:txBody>
      </p:sp>
      <p:sp>
        <p:nvSpPr>
          <p:cNvPr id="16" name="shape-416">
            <a:extLst>
              <a:ext uri="{FF2B5EF4-FFF2-40B4-BE49-F238E27FC236}">
                <a16:creationId xmlns:a16="http://schemas.microsoft.com/office/drawing/2014/main" id="{6EB2FE2F-A52A-455E-BDBD-1FD076E720B0}"/>
              </a:ext>
            </a:extLst>
          </p:cNvPr>
          <p:cNvSpPr>
            <a:spLocks noGrp="1"/>
          </p:cNvSpPr>
          <p:nvPr/>
        </p:nvSpPr>
        <p:spPr>
          <a:xfrm>
            <a:off x="2762250" y="4345686"/>
            <a:ext cx="1285875" cy="3604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一级分解</a:t>
            </a:r>
          </a:p>
        </p:txBody>
      </p:sp>
      <p:sp>
        <p:nvSpPr>
          <p:cNvPr id="17" name="shape-417">
            <a:extLst>
              <a:ext uri="{FF2B5EF4-FFF2-40B4-BE49-F238E27FC236}">
                <a16:creationId xmlns:a16="http://schemas.microsoft.com/office/drawing/2014/main" id="{E5048DA7-4107-4C9F-8A99-0D39D7BAAF46}"/>
              </a:ext>
            </a:extLst>
          </p:cNvPr>
          <p:cNvSpPr>
            <a:spLocks noGrp="1"/>
          </p:cNvSpPr>
          <p:nvPr/>
        </p:nvSpPr>
        <p:spPr>
          <a:xfrm>
            <a:off x="1999298" y="4361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8" name="shape-418">
            <a:extLst>
              <a:ext uri="{FF2B5EF4-FFF2-40B4-BE49-F238E27FC236}">
                <a16:creationId xmlns:a16="http://schemas.microsoft.com/office/drawing/2014/main" id="{A8933878-5E9F-4E09-B1B6-E87471040B1D}"/>
              </a:ext>
            </a:extLst>
          </p:cNvPr>
          <p:cNvSpPr>
            <a:spLocks noGrp="1"/>
          </p:cNvSpPr>
          <p:nvPr/>
        </p:nvSpPr>
        <p:spPr>
          <a:xfrm>
            <a:off x="2666048" y="4361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4" name="直接箭头连接符 143"/>
          <p:cNvCxnSpPr>
            <a:stCxn id="17" idx="3"/>
            <a:endCxn id="18" idx="1"/>
          </p:cNvCxnSpPr>
          <p:nvPr/>
        </p:nvCxnSpPr>
        <p:spPr>
          <a:xfrm>
            <a:off x="2001203" y="4362451"/>
            <a:ext cx="664845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20" name="shape-419">
            <a:extLst>
              <a:ext uri="{FF2B5EF4-FFF2-40B4-BE49-F238E27FC236}">
                <a16:creationId xmlns:a16="http://schemas.microsoft.com/office/drawing/2014/main" id="{27DAA87E-8E81-4C4A-9295-AC9B6A0CA4CD}"/>
              </a:ext>
            </a:extLst>
          </p:cNvPr>
          <p:cNvSpPr>
            <a:spLocks noGrp="1"/>
          </p:cNvSpPr>
          <p:nvPr/>
        </p:nvSpPr>
        <p:spPr>
          <a:xfrm>
            <a:off x="5095875" y="2152650"/>
            <a:ext cx="2476500" cy="1047750"/>
          </a:xfrm>
          <a:prstGeom prst="roundRect">
            <a:avLst>
              <a:gd name="adj" fmla="val 6364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21" name="shape-420">
            <a:extLst>
              <a:ext uri="{FF2B5EF4-FFF2-40B4-BE49-F238E27FC236}">
                <a16:creationId xmlns:a16="http://schemas.microsoft.com/office/drawing/2014/main" id="{C1391969-7695-4A07-A79A-BEBCE33CE378}"/>
              </a:ext>
            </a:extLst>
          </p:cNvPr>
          <p:cNvSpPr>
            <a:spLocks noGrp="1"/>
          </p:cNvSpPr>
          <p:nvPr/>
        </p:nvSpPr>
        <p:spPr>
          <a:xfrm>
            <a:off x="5191125" y="2238375"/>
            <a:ext cx="2286000" cy="4714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LL 通道注意力</a:t>
            </a:r>
          </a:p>
        </p:txBody>
      </p:sp>
      <p:sp>
        <p:nvSpPr>
          <p:cNvPr id="22" name="shape-421">
            <a:extLst>
              <a:ext uri="{FF2B5EF4-FFF2-40B4-BE49-F238E27FC236}">
                <a16:creationId xmlns:a16="http://schemas.microsoft.com/office/drawing/2014/main" id="{A1B9119B-DB3E-4151-9BEF-7506A31957DA}"/>
              </a:ext>
            </a:extLst>
          </p:cNvPr>
          <p:cNvSpPr>
            <a:spLocks noGrp="1"/>
          </p:cNvSpPr>
          <p:nvPr/>
        </p:nvSpPr>
        <p:spPr>
          <a:xfrm>
            <a:off x="5191125" y="2655570"/>
            <a:ext cx="2286000" cy="4505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GAP / GMP + 共享 MLP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相加后 sigmoid</a:t>
            </a:r>
          </a:p>
        </p:txBody>
      </p:sp>
      <p:sp>
        <p:nvSpPr>
          <p:cNvPr id="23" name="shape-422">
            <a:extLst>
              <a:ext uri="{FF2B5EF4-FFF2-40B4-BE49-F238E27FC236}">
                <a16:creationId xmlns:a16="http://schemas.microsoft.com/office/drawing/2014/main" id="{223813E0-5ED1-418E-94B9-C99F4E3320D0}"/>
              </a:ext>
            </a:extLst>
          </p:cNvPr>
          <p:cNvSpPr>
            <a:spLocks noGrp="1"/>
          </p:cNvSpPr>
          <p:nvPr/>
        </p:nvSpPr>
        <p:spPr>
          <a:xfrm>
            <a:off x="9525000" y="2152650"/>
            <a:ext cx="2714625" cy="1047750"/>
          </a:xfrm>
          <a:prstGeom prst="roundRect">
            <a:avLst>
              <a:gd name="adj" fmla="val 6364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24" name="shape-423">
            <a:extLst>
              <a:ext uri="{FF2B5EF4-FFF2-40B4-BE49-F238E27FC236}">
                <a16:creationId xmlns:a16="http://schemas.microsoft.com/office/drawing/2014/main" id="{909534A8-4B20-4F70-96D6-BDF472687AAE}"/>
              </a:ext>
            </a:extLst>
          </p:cNvPr>
          <p:cNvSpPr>
            <a:spLocks noGrp="1"/>
          </p:cNvSpPr>
          <p:nvPr/>
        </p:nvSpPr>
        <p:spPr>
          <a:xfrm>
            <a:off x="9620250" y="2238375"/>
            <a:ext cx="2524125" cy="4714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LL × aLL</a:t>
            </a:r>
          </a:p>
        </p:txBody>
      </p:sp>
      <p:sp>
        <p:nvSpPr>
          <p:cNvPr id="25" name="shape-424">
            <a:extLst>
              <a:ext uri="{FF2B5EF4-FFF2-40B4-BE49-F238E27FC236}">
                <a16:creationId xmlns:a16="http://schemas.microsoft.com/office/drawing/2014/main" id="{4BAF249D-A576-4DA2-83E2-C2E5F23928DA}"/>
              </a:ext>
            </a:extLst>
          </p:cNvPr>
          <p:cNvSpPr>
            <a:spLocks noGrp="1"/>
          </p:cNvSpPr>
          <p:nvPr/>
        </p:nvSpPr>
        <p:spPr>
          <a:xfrm>
            <a:off x="9620250" y="2655570"/>
            <a:ext cx="2524125" cy="4505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Conv3 + BN + ReLU</a:t>
            </a:r>
          </a:p>
        </p:txBody>
      </p:sp>
      <p:sp>
        <p:nvSpPr>
          <p:cNvPr id="26" name="shape-425">
            <a:extLst>
              <a:ext uri="{FF2B5EF4-FFF2-40B4-BE49-F238E27FC236}">
                <a16:creationId xmlns:a16="http://schemas.microsoft.com/office/drawing/2014/main" id="{D50C600C-C2FF-4059-968B-B0C3480B6869}"/>
              </a:ext>
            </a:extLst>
          </p:cNvPr>
          <p:cNvSpPr>
            <a:spLocks noGrp="1"/>
          </p:cNvSpPr>
          <p:nvPr/>
        </p:nvSpPr>
        <p:spPr>
          <a:xfrm>
            <a:off x="4142423" y="414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7" name="shape-426">
            <a:extLst>
              <a:ext uri="{FF2B5EF4-FFF2-40B4-BE49-F238E27FC236}">
                <a16:creationId xmlns:a16="http://schemas.microsoft.com/office/drawing/2014/main" id="{3DE646BE-4E99-4EF4-8D88-8CC800B28A65}"/>
              </a:ext>
            </a:extLst>
          </p:cNvPr>
          <p:cNvSpPr>
            <a:spLocks noGrp="1"/>
          </p:cNvSpPr>
          <p:nvPr/>
        </p:nvSpPr>
        <p:spPr>
          <a:xfrm>
            <a:off x="4475798" y="414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3" name="直接箭头连接符 152"/>
          <p:cNvCxnSpPr>
            <a:stCxn id="26" idx="3"/>
            <a:endCxn id="27" idx="1"/>
          </p:cNvCxnSpPr>
          <p:nvPr/>
        </p:nvCxnSpPr>
        <p:spPr>
          <a:xfrm>
            <a:off x="4144328" y="4143376"/>
            <a:ext cx="33147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29" name="shape-427">
            <a:extLst>
              <a:ext uri="{FF2B5EF4-FFF2-40B4-BE49-F238E27FC236}">
                <a16:creationId xmlns:a16="http://schemas.microsoft.com/office/drawing/2014/main" id="{86DCD119-0FF5-4EF6-A300-B45CF0C5C558}"/>
              </a:ext>
            </a:extLst>
          </p:cNvPr>
          <p:cNvSpPr>
            <a:spLocks noGrp="1"/>
          </p:cNvSpPr>
          <p:nvPr/>
        </p:nvSpPr>
        <p:spPr>
          <a:xfrm>
            <a:off x="4475798" y="414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0" name="shape-428">
            <a:extLst>
              <a:ext uri="{FF2B5EF4-FFF2-40B4-BE49-F238E27FC236}">
                <a16:creationId xmlns:a16="http://schemas.microsoft.com/office/drawing/2014/main" id="{8CF6CA7E-C7AE-47D9-A236-C3BD19B1B78C}"/>
              </a:ext>
            </a:extLst>
          </p:cNvPr>
          <p:cNvSpPr>
            <a:spLocks noGrp="1"/>
          </p:cNvSpPr>
          <p:nvPr/>
        </p:nvSpPr>
        <p:spPr>
          <a:xfrm>
            <a:off x="4475798" y="26755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6" name="直接箭头连接符 155"/>
          <p:cNvCxnSpPr>
            <a:stCxn id="29" idx="3"/>
            <a:endCxn id="30" idx="1"/>
          </p:cNvCxnSpPr>
          <p:nvPr/>
        </p:nvCxnSpPr>
        <p:spPr>
          <a:xfrm flipH="1" flipV="1">
            <a:off x="4475798" y="2676526"/>
            <a:ext cx="1905" cy="146685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32" name="shape-429">
            <a:extLst>
              <a:ext uri="{FF2B5EF4-FFF2-40B4-BE49-F238E27FC236}">
                <a16:creationId xmlns:a16="http://schemas.microsoft.com/office/drawing/2014/main" id="{34010E62-9EE6-4FD4-8766-EBF386161678}"/>
              </a:ext>
            </a:extLst>
          </p:cNvPr>
          <p:cNvSpPr>
            <a:spLocks noGrp="1"/>
          </p:cNvSpPr>
          <p:nvPr/>
        </p:nvSpPr>
        <p:spPr>
          <a:xfrm>
            <a:off x="4475798" y="26755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3" name="shape-430">
            <a:extLst>
              <a:ext uri="{FF2B5EF4-FFF2-40B4-BE49-F238E27FC236}">
                <a16:creationId xmlns:a16="http://schemas.microsoft.com/office/drawing/2014/main" id="{1DC699C9-2AD5-4C5D-A35C-12EE083120C8}"/>
              </a:ext>
            </a:extLst>
          </p:cNvPr>
          <p:cNvSpPr>
            <a:spLocks noGrp="1"/>
          </p:cNvSpPr>
          <p:nvPr/>
        </p:nvSpPr>
        <p:spPr>
          <a:xfrm>
            <a:off x="5094923" y="26755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9" name="直接箭头连接符 158"/>
          <p:cNvCxnSpPr>
            <a:stCxn id="32" idx="3"/>
            <a:endCxn id="33" idx="1"/>
          </p:cNvCxnSpPr>
          <p:nvPr/>
        </p:nvCxnSpPr>
        <p:spPr>
          <a:xfrm>
            <a:off x="4477703" y="2676526"/>
            <a:ext cx="6172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35" name="shape-431">
            <a:extLst>
              <a:ext uri="{FF2B5EF4-FFF2-40B4-BE49-F238E27FC236}">
                <a16:creationId xmlns:a16="http://schemas.microsoft.com/office/drawing/2014/main" id="{65F7781A-0545-46A3-AEFB-5F3D547E349C}"/>
              </a:ext>
            </a:extLst>
          </p:cNvPr>
          <p:cNvSpPr>
            <a:spLocks noGrp="1"/>
          </p:cNvSpPr>
          <p:nvPr/>
        </p:nvSpPr>
        <p:spPr>
          <a:xfrm>
            <a:off x="7571423" y="26755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6" name="shape-432">
            <a:extLst>
              <a:ext uri="{FF2B5EF4-FFF2-40B4-BE49-F238E27FC236}">
                <a16:creationId xmlns:a16="http://schemas.microsoft.com/office/drawing/2014/main" id="{A41A7C3E-F5D2-4126-B29C-DDD2CB845D87}"/>
              </a:ext>
            </a:extLst>
          </p:cNvPr>
          <p:cNvSpPr>
            <a:spLocks noGrp="1"/>
          </p:cNvSpPr>
          <p:nvPr/>
        </p:nvSpPr>
        <p:spPr>
          <a:xfrm>
            <a:off x="9524048" y="26755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2" name="直接箭头连接符 161"/>
          <p:cNvCxnSpPr>
            <a:stCxn id="35" idx="3"/>
            <a:endCxn id="36" idx="1"/>
          </p:cNvCxnSpPr>
          <p:nvPr/>
        </p:nvCxnSpPr>
        <p:spPr>
          <a:xfrm>
            <a:off x="7573328" y="2676526"/>
            <a:ext cx="19507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38" name="shape-433">
            <a:extLst>
              <a:ext uri="{FF2B5EF4-FFF2-40B4-BE49-F238E27FC236}">
                <a16:creationId xmlns:a16="http://schemas.microsoft.com/office/drawing/2014/main" id="{DAC5F577-9754-4E08-84A9-8E981D08E6B7}"/>
              </a:ext>
            </a:extLst>
          </p:cNvPr>
          <p:cNvSpPr>
            <a:spLocks noGrp="1"/>
          </p:cNvSpPr>
          <p:nvPr/>
        </p:nvSpPr>
        <p:spPr>
          <a:xfrm>
            <a:off x="4475798" y="26755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9" name="shape-434">
            <a:extLst>
              <a:ext uri="{FF2B5EF4-FFF2-40B4-BE49-F238E27FC236}">
                <a16:creationId xmlns:a16="http://schemas.microsoft.com/office/drawing/2014/main" id="{F1D3B24F-2EB2-491F-A0B2-57F06503DB17}"/>
              </a:ext>
            </a:extLst>
          </p:cNvPr>
          <p:cNvSpPr>
            <a:spLocks noGrp="1"/>
          </p:cNvSpPr>
          <p:nvPr/>
        </p:nvSpPr>
        <p:spPr>
          <a:xfrm>
            <a:off x="4475798" y="1856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5" name="直接箭头连接符 164"/>
          <p:cNvCxnSpPr>
            <a:stCxn id="38" idx="3"/>
            <a:endCxn id="39" idx="1"/>
          </p:cNvCxnSpPr>
          <p:nvPr/>
        </p:nvCxnSpPr>
        <p:spPr>
          <a:xfrm flipH="1" flipV="1">
            <a:off x="4475798" y="1857376"/>
            <a:ext cx="1905" cy="819150"/>
          </a:xfrm>
          <a:prstGeom prst="straightConnector1">
            <a:avLst/>
          </a:prstGeom>
          <a:ln w="19050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41" name="shape-435">
            <a:extLst>
              <a:ext uri="{FF2B5EF4-FFF2-40B4-BE49-F238E27FC236}">
                <a16:creationId xmlns:a16="http://schemas.microsoft.com/office/drawing/2014/main" id="{E7BBE6A7-EDF4-4656-8D9D-45372D8D9D33}"/>
              </a:ext>
            </a:extLst>
          </p:cNvPr>
          <p:cNvSpPr>
            <a:spLocks noGrp="1"/>
          </p:cNvSpPr>
          <p:nvPr/>
        </p:nvSpPr>
        <p:spPr>
          <a:xfrm>
            <a:off x="4475798" y="1856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2" name="shape-436">
            <a:extLst>
              <a:ext uri="{FF2B5EF4-FFF2-40B4-BE49-F238E27FC236}">
                <a16:creationId xmlns:a16="http://schemas.microsoft.com/office/drawing/2014/main" id="{2B9720B3-DF5F-42F7-B1AF-A865C889A57F}"/>
              </a:ext>
            </a:extLst>
          </p:cNvPr>
          <p:cNvSpPr>
            <a:spLocks noGrp="1"/>
          </p:cNvSpPr>
          <p:nvPr/>
        </p:nvSpPr>
        <p:spPr>
          <a:xfrm>
            <a:off x="10876598" y="1856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8" name="直接箭头连接符 167"/>
          <p:cNvCxnSpPr>
            <a:stCxn id="41" idx="3"/>
            <a:endCxn id="42" idx="1"/>
          </p:cNvCxnSpPr>
          <p:nvPr/>
        </p:nvCxnSpPr>
        <p:spPr>
          <a:xfrm>
            <a:off x="4477703" y="1857376"/>
            <a:ext cx="6398895" cy="0"/>
          </a:xfrm>
          <a:prstGeom prst="straightConnector1">
            <a:avLst/>
          </a:prstGeom>
          <a:ln w="19050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44" name="shape-437">
            <a:extLst>
              <a:ext uri="{FF2B5EF4-FFF2-40B4-BE49-F238E27FC236}">
                <a16:creationId xmlns:a16="http://schemas.microsoft.com/office/drawing/2014/main" id="{6D1DF28D-80DC-493B-A1CB-AF1FFE954F47}"/>
              </a:ext>
            </a:extLst>
          </p:cNvPr>
          <p:cNvSpPr>
            <a:spLocks noGrp="1"/>
          </p:cNvSpPr>
          <p:nvPr/>
        </p:nvSpPr>
        <p:spPr>
          <a:xfrm>
            <a:off x="10876598" y="1856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" name="shape-438">
            <a:extLst>
              <a:ext uri="{FF2B5EF4-FFF2-40B4-BE49-F238E27FC236}">
                <a16:creationId xmlns:a16="http://schemas.microsoft.com/office/drawing/2014/main" id="{1ECA4889-A34B-4A6E-9A01-FCAA2C33CF35}"/>
              </a:ext>
            </a:extLst>
          </p:cNvPr>
          <p:cNvSpPr>
            <a:spLocks noGrp="1"/>
          </p:cNvSpPr>
          <p:nvPr/>
        </p:nvSpPr>
        <p:spPr>
          <a:xfrm>
            <a:off x="10876598" y="21516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1" name="直接箭头连接符 170"/>
          <p:cNvCxnSpPr>
            <a:stCxn id="44" idx="3"/>
            <a:endCxn id="45" idx="1"/>
          </p:cNvCxnSpPr>
          <p:nvPr/>
        </p:nvCxnSpPr>
        <p:spPr>
          <a:xfrm flipH="1">
            <a:off x="10876598" y="1857376"/>
            <a:ext cx="1905" cy="295275"/>
          </a:xfrm>
          <a:prstGeom prst="straightConnector1">
            <a:avLst/>
          </a:prstGeom>
          <a:ln w="19050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47" name="shape-439">
            <a:extLst>
              <a:ext uri="{FF2B5EF4-FFF2-40B4-BE49-F238E27FC236}">
                <a16:creationId xmlns:a16="http://schemas.microsoft.com/office/drawing/2014/main" id="{6BBEBFCB-4BB2-4028-995F-CE758BFFB633}"/>
              </a:ext>
            </a:extLst>
          </p:cNvPr>
          <p:cNvSpPr>
            <a:spLocks noGrp="1"/>
          </p:cNvSpPr>
          <p:nvPr/>
        </p:nvSpPr>
        <p:spPr>
          <a:xfrm>
            <a:off x="7877175" y="1885950"/>
            <a:ext cx="133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LL 直通</a:t>
            </a:r>
          </a:p>
        </p:txBody>
      </p:sp>
      <p:sp>
        <p:nvSpPr>
          <p:cNvPr id="48" name="shape-440">
            <a:extLst>
              <a:ext uri="{FF2B5EF4-FFF2-40B4-BE49-F238E27FC236}">
                <a16:creationId xmlns:a16="http://schemas.microsoft.com/office/drawing/2014/main" id="{876BA75E-AC5A-4B18-8BD9-079CD02F865A}"/>
              </a:ext>
            </a:extLst>
          </p:cNvPr>
          <p:cNvSpPr>
            <a:spLocks noGrp="1"/>
          </p:cNvSpPr>
          <p:nvPr/>
        </p:nvSpPr>
        <p:spPr>
          <a:xfrm>
            <a:off x="4953000" y="4105275"/>
            <a:ext cx="2286000" cy="1009650"/>
          </a:xfrm>
          <a:prstGeom prst="roundRect">
            <a:avLst>
              <a:gd name="adj" fmla="val 6604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49" name="shape-441">
            <a:extLst>
              <a:ext uri="{FF2B5EF4-FFF2-40B4-BE49-F238E27FC236}">
                <a16:creationId xmlns:a16="http://schemas.microsoft.com/office/drawing/2014/main" id="{4CE29007-426B-44F2-A5AE-B6E05B88EEDE}"/>
              </a:ext>
            </a:extLst>
          </p:cNvPr>
          <p:cNvSpPr>
            <a:spLocks noGrp="1"/>
          </p:cNvSpPr>
          <p:nvPr/>
        </p:nvSpPr>
        <p:spPr>
          <a:xfrm>
            <a:off x="5048250" y="4191000"/>
            <a:ext cx="2095500" cy="4543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高频能量 E</a:t>
            </a:r>
          </a:p>
        </p:txBody>
      </p:sp>
      <p:sp>
        <p:nvSpPr>
          <p:cNvPr id="50" name="shape-442">
            <a:extLst>
              <a:ext uri="{FF2B5EF4-FFF2-40B4-BE49-F238E27FC236}">
                <a16:creationId xmlns:a16="http://schemas.microsoft.com/office/drawing/2014/main" id="{41AA9541-7FF8-42C2-9C7D-F63FDA72F277}"/>
              </a:ext>
            </a:extLst>
          </p:cNvPr>
          <p:cNvSpPr>
            <a:spLocks noGrp="1"/>
          </p:cNvSpPr>
          <p:nvPr/>
        </p:nvSpPr>
        <p:spPr>
          <a:xfrm>
            <a:off x="5048250" y="4589907"/>
            <a:ext cx="2095500" cy="434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√(HL²+LH²+HH²+ε)</a:t>
            </a:r>
          </a:p>
        </p:txBody>
      </p:sp>
      <p:sp>
        <p:nvSpPr>
          <p:cNvPr id="51" name="shape-443">
            <a:extLst>
              <a:ext uri="{FF2B5EF4-FFF2-40B4-BE49-F238E27FC236}">
                <a16:creationId xmlns:a16="http://schemas.microsoft.com/office/drawing/2014/main" id="{D1390914-F13F-415C-9013-9890025E690A}"/>
              </a:ext>
            </a:extLst>
          </p:cNvPr>
          <p:cNvSpPr>
            <a:spLocks noGrp="1"/>
          </p:cNvSpPr>
          <p:nvPr/>
        </p:nvSpPr>
        <p:spPr>
          <a:xfrm>
            <a:off x="8096250" y="4010025"/>
            <a:ext cx="2857500" cy="1200150"/>
          </a:xfrm>
          <a:prstGeom prst="roundRect">
            <a:avLst>
              <a:gd name="adj" fmla="val 5556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52" name="shape-444">
            <a:extLst>
              <a:ext uri="{FF2B5EF4-FFF2-40B4-BE49-F238E27FC236}">
                <a16:creationId xmlns:a16="http://schemas.microsoft.com/office/drawing/2014/main" id="{059A1C52-C0F5-4BEB-9524-27CFC4859775}"/>
              </a:ext>
            </a:extLst>
          </p:cNvPr>
          <p:cNvSpPr>
            <a:spLocks noGrp="1"/>
          </p:cNvSpPr>
          <p:nvPr/>
        </p:nvSpPr>
        <p:spPr>
          <a:xfrm>
            <a:off x="8191500" y="4095750"/>
            <a:ext cx="2667000" cy="540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能量增强 + 门控</a:t>
            </a:r>
          </a:p>
        </p:txBody>
      </p:sp>
      <p:sp>
        <p:nvSpPr>
          <p:cNvPr id="53" name="shape-445">
            <a:extLst>
              <a:ext uri="{FF2B5EF4-FFF2-40B4-BE49-F238E27FC236}">
                <a16:creationId xmlns:a16="http://schemas.microsoft.com/office/drawing/2014/main" id="{533C9B9C-51BA-428A-8062-FE5805B8EEA3}"/>
              </a:ext>
            </a:extLst>
          </p:cNvPr>
          <p:cNvSpPr>
            <a:spLocks noGrp="1"/>
          </p:cNvSpPr>
          <p:nvPr/>
        </p:nvSpPr>
        <p:spPr>
          <a:xfrm>
            <a:off x="8191500" y="4586097"/>
            <a:ext cx="2667000" cy="5160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DW3 + BN/ReLU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× aHF × (1+m)</a:t>
            </a:r>
          </a:p>
        </p:txBody>
      </p:sp>
      <p:sp>
        <p:nvSpPr>
          <p:cNvPr id="54" name="shape-446">
            <a:extLst>
              <a:ext uri="{FF2B5EF4-FFF2-40B4-BE49-F238E27FC236}">
                <a16:creationId xmlns:a16="http://schemas.microsoft.com/office/drawing/2014/main" id="{BB98B213-8D2D-4657-8848-EB596786DC37}"/>
              </a:ext>
            </a:extLst>
          </p:cNvPr>
          <p:cNvSpPr>
            <a:spLocks noGrp="1"/>
          </p:cNvSpPr>
          <p:nvPr/>
        </p:nvSpPr>
        <p:spPr>
          <a:xfrm>
            <a:off x="4142423" y="4361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5" name="shape-447">
            <a:extLst>
              <a:ext uri="{FF2B5EF4-FFF2-40B4-BE49-F238E27FC236}">
                <a16:creationId xmlns:a16="http://schemas.microsoft.com/office/drawing/2014/main" id="{12285B61-DC81-4480-851F-76B51A99773A}"/>
              </a:ext>
            </a:extLst>
          </p:cNvPr>
          <p:cNvSpPr>
            <a:spLocks noGrp="1"/>
          </p:cNvSpPr>
          <p:nvPr/>
        </p:nvSpPr>
        <p:spPr>
          <a:xfrm>
            <a:off x="4952048" y="46091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81" name="直接箭头连接符 180"/>
          <p:cNvCxnSpPr>
            <a:stCxn id="54" idx="3"/>
            <a:endCxn id="55" idx="1"/>
          </p:cNvCxnSpPr>
          <p:nvPr/>
        </p:nvCxnSpPr>
        <p:spPr>
          <a:xfrm>
            <a:off x="4144328" y="4362451"/>
            <a:ext cx="807720" cy="24765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57" name="shape-448">
            <a:extLst>
              <a:ext uri="{FF2B5EF4-FFF2-40B4-BE49-F238E27FC236}">
                <a16:creationId xmlns:a16="http://schemas.microsoft.com/office/drawing/2014/main" id="{CC466385-4454-4C2D-9C14-3DC5BBA921A4}"/>
              </a:ext>
            </a:extLst>
          </p:cNvPr>
          <p:cNvSpPr>
            <a:spLocks noGrp="1"/>
          </p:cNvSpPr>
          <p:nvPr/>
        </p:nvSpPr>
        <p:spPr>
          <a:xfrm>
            <a:off x="7238048" y="46091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8" name="shape-449">
            <a:extLst>
              <a:ext uri="{FF2B5EF4-FFF2-40B4-BE49-F238E27FC236}">
                <a16:creationId xmlns:a16="http://schemas.microsoft.com/office/drawing/2014/main" id="{7FE654A5-B1C4-49AA-8A33-AEBAC45C6225}"/>
              </a:ext>
            </a:extLst>
          </p:cNvPr>
          <p:cNvSpPr>
            <a:spLocks noGrp="1"/>
          </p:cNvSpPr>
          <p:nvPr/>
        </p:nvSpPr>
        <p:spPr>
          <a:xfrm>
            <a:off x="8095298" y="46091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84" name="直接箭头连接符 183"/>
          <p:cNvCxnSpPr>
            <a:stCxn id="57" idx="3"/>
            <a:endCxn id="58" idx="1"/>
          </p:cNvCxnSpPr>
          <p:nvPr/>
        </p:nvCxnSpPr>
        <p:spPr>
          <a:xfrm>
            <a:off x="7239953" y="4610101"/>
            <a:ext cx="855345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60" name="shape-450">
            <a:extLst>
              <a:ext uri="{FF2B5EF4-FFF2-40B4-BE49-F238E27FC236}">
                <a16:creationId xmlns:a16="http://schemas.microsoft.com/office/drawing/2014/main" id="{7C5303D9-5F37-4B68-895F-D7BCCC47296F}"/>
              </a:ext>
            </a:extLst>
          </p:cNvPr>
          <p:cNvSpPr>
            <a:spLocks noGrp="1"/>
          </p:cNvSpPr>
          <p:nvPr/>
        </p:nvSpPr>
        <p:spPr>
          <a:xfrm>
            <a:off x="11668125" y="4010025"/>
            <a:ext cx="2381250" cy="1200150"/>
          </a:xfrm>
          <a:prstGeom prst="roundRect">
            <a:avLst>
              <a:gd name="adj" fmla="val 5556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61" name="shape-451">
            <a:extLst>
              <a:ext uri="{FF2B5EF4-FFF2-40B4-BE49-F238E27FC236}">
                <a16:creationId xmlns:a16="http://schemas.microsoft.com/office/drawing/2014/main" id="{5F26E0AB-8206-42E3-9384-DBEFA7A2BF3B}"/>
              </a:ext>
            </a:extLst>
          </p:cNvPr>
          <p:cNvSpPr>
            <a:spLocks noGrp="1"/>
          </p:cNvSpPr>
          <p:nvPr/>
        </p:nvSpPr>
        <p:spPr>
          <a:xfrm>
            <a:off x="11763375" y="4095750"/>
            <a:ext cx="2190750" cy="540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三方向独立系数</a:t>
            </a:r>
          </a:p>
        </p:txBody>
      </p:sp>
      <p:sp>
        <p:nvSpPr>
          <p:cNvPr id="62" name="shape-452">
            <a:extLst>
              <a:ext uri="{FF2B5EF4-FFF2-40B4-BE49-F238E27FC236}">
                <a16:creationId xmlns:a16="http://schemas.microsoft.com/office/drawing/2014/main" id="{8A37E16F-B4F8-4218-8599-F033C46E73B3}"/>
              </a:ext>
            </a:extLst>
          </p:cNvPr>
          <p:cNvSpPr>
            <a:spLocks noGrp="1"/>
          </p:cNvSpPr>
          <p:nvPr/>
        </p:nvSpPr>
        <p:spPr>
          <a:xfrm>
            <a:off x="11763375" y="4586097"/>
            <a:ext cx="2190750" cy="5160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rᵢ=2[1+tanh(PWᵢ)]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HFᵢ′ = HFᵢ ⊙ rᵢ</a:t>
            </a:r>
          </a:p>
        </p:txBody>
      </p:sp>
      <p:sp>
        <p:nvSpPr>
          <p:cNvPr id="63" name="shape-453">
            <a:extLst>
              <a:ext uri="{FF2B5EF4-FFF2-40B4-BE49-F238E27FC236}">
                <a16:creationId xmlns:a16="http://schemas.microsoft.com/office/drawing/2014/main" id="{C6EB691A-F3A8-44A8-9A3B-203A1147CAA1}"/>
              </a:ext>
            </a:extLst>
          </p:cNvPr>
          <p:cNvSpPr>
            <a:spLocks noGrp="1"/>
          </p:cNvSpPr>
          <p:nvPr/>
        </p:nvSpPr>
        <p:spPr>
          <a:xfrm>
            <a:off x="10952798" y="46091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4" name="shape-454">
            <a:extLst>
              <a:ext uri="{FF2B5EF4-FFF2-40B4-BE49-F238E27FC236}">
                <a16:creationId xmlns:a16="http://schemas.microsoft.com/office/drawing/2014/main" id="{F9467CA8-F6FF-432B-B7CA-1EAA8567EDF0}"/>
              </a:ext>
            </a:extLst>
          </p:cNvPr>
          <p:cNvSpPr>
            <a:spLocks noGrp="1"/>
          </p:cNvSpPr>
          <p:nvPr/>
        </p:nvSpPr>
        <p:spPr>
          <a:xfrm>
            <a:off x="11667173" y="46091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0" name="直接箭头连接符 189"/>
          <p:cNvCxnSpPr>
            <a:stCxn id="63" idx="3"/>
            <a:endCxn id="64" idx="1"/>
          </p:cNvCxnSpPr>
          <p:nvPr/>
        </p:nvCxnSpPr>
        <p:spPr>
          <a:xfrm>
            <a:off x="10954703" y="4610101"/>
            <a:ext cx="71247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66" name="shape-455">
            <a:extLst>
              <a:ext uri="{FF2B5EF4-FFF2-40B4-BE49-F238E27FC236}">
                <a16:creationId xmlns:a16="http://schemas.microsoft.com/office/drawing/2014/main" id="{53793599-3E30-43FC-832A-F005BFE8C304}"/>
              </a:ext>
            </a:extLst>
          </p:cNvPr>
          <p:cNvSpPr>
            <a:spLocks noGrp="1"/>
          </p:cNvSpPr>
          <p:nvPr/>
        </p:nvSpPr>
        <p:spPr>
          <a:xfrm>
            <a:off x="4953000" y="5295900"/>
            <a:ext cx="428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aHF = σ(MLP(GAP(E)))</a:t>
            </a:r>
          </a:p>
        </p:txBody>
      </p:sp>
      <p:sp>
        <p:nvSpPr>
          <p:cNvPr id="67" name="shape-456">
            <a:extLst>
              <a:ext uri="{FF2B5EF4-FFF2-40B4-BE49-F238E27FC236}">
                <a16:creationId xmlns:a16="http://schemas.microsoft.com/office/drawing/2014/main" id="{6F77468B-B7CC-4DD8-BD8F-F64A8726EB6A}"/>
              </a:ext>
            </a:extLst>
          </p:cNvPr>
          <p:cNvSpPr>
            <a:spLocks noGrp="1"/>
          </p:cNvSpPr>
          <p:nvPr/>
        </p:nvSpPr>
        <p:spPr>
          <a:xfrm>
            <a:off x="3408998" y="4780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8" name="shape-457">
            <a:extLst>
              <a:ext uri="{FF2B5EF4-FFF2-40B4-BE49-F238E27FC236}">
                <a16:creationId xmlns:a16="http://schemas.microsoft.com/office/drawing/2014/main" id="{DBC1D304-3FD1-4FE5-ACCB-CE7730C13F4D}"/>
              </a:ext>
            </a:extLst>
          </p:cNvPr>
          <p:cNvSpPr>
            <a:spLocks noGrp="1"/>
          </p:cNvSpPr>
          <p:nvPr/>
        </p:nvSpPr>
        <p:spPr>
          <a:xfrm>
            <a:off x="3408998" y="5904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4" name="直接箭头连接符 193"/>
          <p:cNvCxnSpPr>
            <a:stCxn id="67" idx="3"/>
            <a:endCxn id="68" idx="1"/>
          </p:cNvCxnSpPr>
          <p:nvPr/>
        </p:nvCxnSpPr>
        <p:spPr>
          <a:xfrm flipH="1">
            <a:off x="3408998" y="4781551"/>
            <a:ext cx="1905" cy="1123950"/>
          </a:xfrm>
          <a:prstGeom prst="straightConnector1">
            <a:avLst/>
          </a:prstGeom>
          <a:ln w="20003">
            <a:solidFill>
              <a:srgbClr val="087F83"/>
            </a:solidFill>
            <a:prstDash val="solid"/>
            <a:tailEnd type="none" w="sm" len="sm"/>
          </a:ln>
        </p:spPr>
      </p:cxnSp>
      <p:sp>
        <p:nvSpPr>
          <p:cNvPr id="70" name="shape-458">
            <a:extLst>
              <a:ext uri="{FF2B5EF4-FFF2-40B4-BE49-F238E27FC236}">
                <a16:creationId xmlns:a16="http://schemas.microsoft.com/office/drawing/2014/main" id="{C2F62130-2860-46DB-8826-5C8F990E9D11}"/>
              </a:ext>
            </a:extLst>
          </p:cNvPr>
          <p:cNvSpPr>
            <a:spLocks noGrp="1"/>
          </p:cNvSpPr>
          <p:nvPr/>
        </p:nvSpPr>
        <p:spPr>
          <a:xfrm>
            <a:off x="3408998" y="5904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1" name="shape-459">
            <a:extLst>
              <a:ext uri="{FF2B5EF4-FFF2-40B4-BE49-F238E27FC236}">
                <a16:creationId xmlns:a16="http://schemas.microsoft.com/office/drawing/2014/main" id="{2FD21654-3FAC-4C3E-A333-166EA5962693}"/>
              </a:ext>
            </a:extLst>
          </p:cNvPr>
          <p:cNvSpPr>
            <a:spLocks noGrp="1"/>
          </p:cNvSpPr>
          <p:nvPr/>
        </p:nvSpPr>
        <p:spPr>
          <a:xfrm>
            <a:off x="12857798" y="5904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7" name="直接箭头连接符 196"/>
          <p:cNvCxnSpPr>
            <a:stCxn id="70" idx="3"/>
            <a:endCxn id="71" idx="1"/>
          </p:cNvCxnSpPr>
          <p:nvPr/>
        </p:nvCxnSpPr>
        <p:spPr>
          <a:xfrm>
            <a:off x="3410903" y="5905501"/>
            <a:ext cx="9446895" cy="0"/>
          </a:xfrm>
          <a:prstGeom prst="straightConnector1">
            <a:avLst/>
          </a:prstGeom>
          <a:ln w="20003">
            <a:solidFill>
              <a:srgbClr val="087F83"/>
            </a:solidFill>
            <a:prstDash val="solid"/>
            <a:tailEnd type="none" w="sm" len="sm"/>
          </a:ln>
        </p:spPr>
      </p:cxnSp>
      <p:sp>
        <p:nvSpPr>
          <p:cNvPr id="73" name="shape-460">
            <a:extLst>
              <a:ext uri="{FF2B5EF4-FFF2-40B4-BE49-F238E27FC236}">
                <a16:creationId xmlns:a16="http://schemas.microsoft.com/office/drawing/2014/main" id="{F5D7487D-56B3-42C2-A22F-FBA1B01F9160}"/>
              </a:ext>
            </a:extLst>
          </p:cNvPr>
          <p:cNvSpPr>
            <a:spLocks noGrp="1"/>
          </p:cNvSpPr>
          <p:nvPr/>
        </p:nvSpPr>
        <p:spPr>
          <a:xfrm>
            <a:off x="12857798" y="5904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4" name="shape-461">
            <a:extLst>
              <a:ext uri="{FF2B5EF4-FFF2-40B4-BE49-F238E27FC236}">
                <a16:creationId xmlns:a16="http://schemas.microsoft.com/office/drawing/2014/main" id="{2BD813D2-7CF5-43A0-96B1-1B5AE3D7C907}"/>
              </a:ext>
            </a:extLst>
          </p:cNvPr>
          <p:cNvSpPr>
            <a:spLocks noGrp="1"/>
          </p:cNvSpPr>
          <p:nvPr/>
        </p:nvSpPr>
        <p:spPr>
          <a:xfrm>
            <a:off x="12857798" y="5209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0" name="直接箭头连接符 199"/>
          <p:cNvCxnSpPr>
            <a:stCxn id="73" idx="3"/>
            <a:endCxn id="74" idx="1"/>
          </p:cNvCxnSpPr>
          <p:nvPr/>
        </p:nvCxnSpPr>
        <p:spPr>
          <a:xfrm flipH="1" flipV="1">
            <a:off x="12857798" y="5210176"/>
            <a:ext cx="1905" cy="695325"/>
          </a:xfrm>
          <a:prstGeom prst="straightConnector1">
            <a:avLst/>
          </a:prstGeom>
          <a:ln w="20003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76" name="shape-462">
            <a:extLst>
              <a:ext uri="{FF2B5EF4-FFF2-40B4-BE49-F238E27FC236}">
                <a16:creationId xmlns:a16="http://schemas.microsoft.com/office/drawing/2014/main" id="{E4E32793-2C7E-4D5A-AB60-39A779C491F6}"/>
              </a:ext>
            </a:extLst>
          </p:cNvPr>
          <p:cNvSpPr>
            <a:spLocks noGrp="1"/>
          </p:cNvSpPr>
          <p:nvPr/>
        </p:nvSpPr>
        <p:spPr>
          <a:xfrm>
            <a:off x="5143500" y="59626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原始 HL / LH / HH</a:t>
            </a:r>
          </a:p>
        </p:txBody>
      </p:sp>
      <p:sp>
        <p:nvSpPr>
          <p:cNvPr id="77" name="shape-463">
            <a:extLst>
              <a:ext uri="{FF2B5EF4-FFF2-40B4-BE49-F238E27FC236}">
                <a16:creationId xmlns:a16="http://schemas.microsoft.com/office/drawing/2014/main" id="{6BD487F3-C362-43FD-9C09-4A26FBB62A9C}"/>
              </a:ext>
            </a:extLst>
          </p:cNvPr>
          <p:cNvSpPr>
            <a:spLocks noGrp="1"/>
          </p:cNvSpPr>
          <p:nvPr/>
        </p:nvSpPr>
        <p:spPr>
          <a:xfrm>
            <a:off x="4714875" y="6610350"/>
            <a:ext cx="3048000" cy="800100"/>
          </a:xfrm>
          <a:prstGeom prst="roundRect">
            <a:avLst>
              <a:gd name="adj" fmla="val 8333"/>
            </a:avLst>
          </a:prstGeom>
          <a:solidFill>
            <a:srgbClr val="FCF0DF"/>
          </a:solidFill>
          <a:ln w="15240">
            <a:solidFill>
              <a:srgbClr val="AB661C"/>
            </a:solidFill>
            <a:prstDash val="solid"/>
          </a:ln>
        </p:spPr>
      </p:sp>
      <p:sp>
        <p:nvSpPr>
          <p:cNvPr id="78" name="shape-464">
            <a:extLst>
              <a:ext uri="{FF2B5EF4-FFF2-40B4-BE49-F238E27FC236}">
                <a16:creationId xmlns:a16="http://schemas.microsoft.com/office/drawing/2014/main" id="{50C45E2C-2DA2-4AD5-A244-43E5D2DDB381}"/>
              </a:ext>
            </a:extLst>
          </p:cNvPr>
          <p:cNvSpPr>
            <a:spLocks noGrp="1"/>
          </p:cNvSpPr>
          <p:nvPr/>
        </p:nvSpPr>
        <p:spPr>
          <a:xfrm>
            <a:off x="4810125" y="6696075"/>
            <a:ext cx="2857500" cy="3600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高分辨率 Edge Oracle</a:t>
            </a:r>
          </a:p>
        </p:txBody>
      </p:sp>
      <p:sp>
        <p:nvSpPr>
          <p:cNvPr id="79" name="shape-465">
            <a:extLst>
              <a:ext uri="{FF2B5EF4-FFF2-40B4-BE49-F238E27FC236}">
                <a16:creationId xmlns:a16="http://schemas.microsoft.com/office/drawing/2014/main" id="{C7F0D42F-5480-42ED-B616-03F3379F22ED}"/>
              </a:ext>
            </a:extLst>
          </p:cNvPr>
          <p:cNvSpPr>
            <a:spLocks noGrp="1"/>
          </p:cNvSpPr>
          <p:nvPr/>
        </p:nvSpPr>
        <p:spPr>
          <a:xfrm>
            <a:off x="4810125" y="6994398"/>
            <a:ext cx="2857500" cy="3440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DW3 + BN/ReLU + PW + σ</a:t>
            </a:r>
          </a:p>
        </p:txBody>
      </p:sp>
      <p:sp>
        <p:nvSpPr>
          <p:cNvPr id="80" name="shape-466">
            <a:extLst>
              <a:ext uri="{FF2B5EF4-FFF2-40B4-BE49-F238E27FC236}">
                <a16:creationId xmlns:a16="http://schemas.microsoft.com/office/drawing/2014/main" id="{FD17F7CD-1C23-4C00-AD28-23F672ED4729}"/>
              </a:ext>
            </a:extLst>
          </p:cNvPr>
          <p:cNvSpPr>
            <a:spLocks noGrp="1"/>
          </p:cNvSpPr>
          <p:nvPr/>
        </p:nvSpPr>
        <p:spPr>
          <a:xfrm>
            <a:off x="8572500" y="6610350"/>
            <a:ext cx="2381250" cy="800100"/>
          </a:xfrm>
          <a:prstGeom prst="roundRect">
            <a:avLst>
              <a:gd name="adj" fmla="val 8333"/>
            </a:avLst>
          </a:prstGeom>
          <a:solidFill>
            <a:srgbClr val="FCF0DF"/>
          </a:solidFill>
          <a:ln w="15240">
            <a:solidFill>
              <a:srgbClr val="AB661C"/>
            </a:solidFill>
            <a:prstDash val="solid"/>
          </a:ln>
        </p:spPr>
      </p:sp>
      <p:sp>
        <p:nvSpPr>
          <p:cNvPr id="81" name="shape-467">
            <a:extLst>
              <a:ext uri="{FF2B5EF4-FFF2-40B4-BE49-F238E27FC236}">
                <a16:creationId xmlns:a16="http://schemas.microsoft.com/office/drawing/2014/main" id="{60B1BDCE-A96F-4D38-A04C-4E42B29D5472}"/>
              </a:ext>
            </a:extLst>
          </p:cNvPr>
          <p:cNvSpPr>
            <a:spLocks noGrp="1"/>
          </p:cNvSpPr>
          <p:nvPr/>
        </p:nvSpPr>
        <p:spPr>
          <a:xfrm>
            <a:off x="8667750" y="6696075"/>
            <a:ext cx="2190750" cy="3600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AvgPool 2×2</a:t>
            </a:r>
          </a:p>
        </p:txBody>
      </p:sp>
      <p:sp>
        <p:nvSpPr>
          <p:cNvPr id="82" name="shape-468">
            <a:extLst>
              <a:ext uri="{FF2B5EF4-FFF2-40B4-BE49-F238E27FC236}">
                <a16:creationId xmlns:a16="http://schemas.microsoft.com/office/drawing/2014/main" id="{BA54EA1C-11BC-4107-8A38-AF0466628115}"/>
              </a:ext>
            </a:extLst>
          </p:cNvPr>
          <p:cNvSpPr>
            <a:spLocks noGrp="1"/>
          </p:cNvSpPr>
          <p:nvPr/>
        </p:nvSpPr>
        <p:spPr>
          <a:xfrm>
            <a:off x="8667750" y="6994398"/>
            <a:ext cx="2190750" cy="3440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m：C×h/2×w/2</a:t>
            </a:r>
          </a:p>
        </p:txBody>
      </p:sp>
      <p:sp>
        <p:nvSpPr>
          <p:cNvPr id="83" name="shape-469">
            <a:extLst>
              <a:ext uri="{FF2B5EF4-FFF2-40B4-BE49-F238E27FC236}">
                <a16:creationId xmlns:a16="http://schemas.microsoft.com/office/drawing/2014/main" id="{9212E3B2-8B54-471A-A2F5-E767A37E6056}"/>
              </a:ext>
            </a:extLst>
          </p:cNvPr>
          <p:cNvSpPr>
            <a:spLocks noGrp="1"/>
          </p:cNvSpPr>
          <p:nvPr/>
        </p:nvSpPr>
        <p:spPr>
          <a:xfrm>
            <a:off x="1284923" y="4780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4" name="shape-470">
            <a:extLst>
              <a:ext uri="{FF2B5EF4-FFF2-40B4-BE49-F238E27FC236}">
                <a16:creationId xmlns:a16="http://schemas.microsoft.com/office/drawing/2014/main" id="{548C5CCD-F996-4CB7-825C-A8800EDB8C34}"/>
              </a:ext>
            </a:extLst>
          </p:cNvPr>
          <p:cNvSpPr>
            <a:spLocks noGrp="1"/>
          </p:cNvSpPr>
          <p:nvPr/>
        </p:nvSpPr>
        <p:spPr>
          <a:xfrm>
            <a:off x="1284923" y="7009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0" name="直接箭头连接符 209"/>
          <p:cNvCxnSpPr>
            <a:stCxn id="83" idx="3"/>
            <a:endCxn id="84" idx="1"/>
          </p:cNvCxnSpPr>
          <p:nvPr/>
        </p:nvCxnSpPr>
        <p:spPr>
          <a:xfrm flipH="1">
            <a:off x="1284923" y="4781551"/>
            <a:ext cx="1905" cy="222885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none" w="sm" len="sm"/>
          </a:ln>
        </p:spPr>
      </p:cxnSp>
      <p:sp>
        <p:nvSpPr>
          <p:cNvPr id="86" name="shape-471">
            <a:extLst>
              <a:ext uri="{FF2B5EF4-FFF2-40B4-BE49-F238E27FC236}">
                <a16:creationId xmlns:a16="http://schemas.microsoft.com/office/drawing/2014/main" id="{5A399ACE-F8E4-47EE-B4E8-942FC2CA23AA}"/>
              </a:ext>
            </a:extLst>
          </p:cNvPr>
          <p:cNvSpPr>
            <a:spLocks noGrp="1"/>
          </p:cNvSpPr>
          <p:nvPr/>
        </p:nvSpPr>
        <p:spPr>
          <a:xfrm>
            <a:off x="1284923" y="7009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7" name="shape-472">
            <a:extLst>
              <a:ext uri="{FF2B5EF4-FFF2-40B4-BE49-F238E27FC236}">
                <a16:creationId xmlns:a16="http://schemas.microsoft.com/office/drawing/2014/main" id="{11CCDDB4-7D25-4410-9914-37875B148D67}"/>
              </a:ext>
            </a:extLst>
          </p:cNvPr>
          <p:cNvSpPr>
            <a:spLocks noGrp="1"/>
          </p:cNvSpPr>
          <p:nvPr/>
        </p:nvSpPr>
        <p:spPr>
          <a:xfrm>
            <a:off x="4713923" y="7009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3" name="直接箭头连接符 212"/>
          <p:cNvCxnSpPr>
            <a:stCxn id="86" idx="3"/>
            <a:endCxn id="87" idx="1"/>
          </p:cNvCxnSpPr>
          <p:nvPr/>
        </p:nvCxnSpPr>
        <p:spPr>
          <a:xfrm>
            <a:off x="1286828" y="7010401"/>
            <a:ext cx="3427095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89" name="shape-473">
            <a:extLst>
              <a:ext uri="{FF2B5EF4-FFF2-40B4-BE49-F238E27FC236}">
                <a16:creationId xmlns:a16="http://schemas.microsoft.com/office/drawing/2014/main" id="{541F9E71-B3B1-44B6-B7B8-DE4F9472BDB7}"/>
              </a:ext>
            </a:extLst>
          </p:cNvPr>
          <p:cNvSpPr>
            <a:spLocks noGrp="1"/>
          </p:cNvSpPr>
          <p:nvPr/>
        </p:nvSpPr>
        <p:spPr>
          <a:xfrm>
            <a:off x="7761923" y="7009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0" name="shape-474">
            <a:extLst>
              <a:ext uri="{FF2B5EF4-FFF2-40B4-BE49-F238E27FC236}">
                <a16:creationId xmlns:a16="http://schemas.microsoft.com/office/drawing/2014/main" id="{20370D91-1761-476A-91D5-4632CAD484FB}"/>
              </a:ext>
            </a:extLst>
          </p:cNvPr>
          <p:cNvSpPr>
            <a:spLocks noGrp="1"/>
          </p:cNvSpPr>
          <p:nvPr/>
        </p:nvSpPr>
        <p:spPr>
          <a:xfrm>
            <a:off x="8571548" y="7009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6" name="直接箭头连接符 215"/>
          <p:cNvCxnSpPr>
            <a:stCxn id="89" idx="3"/>
            <a:endCxn id="90" idx="1"/>
          </p:cNvCxnSpPr>
          <p:nvPr/>
        </p:nvCxnSpPr>
        <p:spPr>
          <a:xfrm>
            <a:off x="7763828" y="7010401"/>
            <a:ext cx="807720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92" name="shape-475">
            <a:extLst>
              <a:ext uri="{FF2B5EF4-FFF2-40B4-BE49-F238E27FC236}">
                <a16:creationId xmlns:a16="http://schemas.microsoft.com/office/drawing/2014/main" id="{F929FA07-9F66-46F7-87EF-456594BA80CA}"/>
              </a:ext>
            </a:extLst>
          </p:cNvPr>
          <p:cNvSpPr>
            <a:spLocks noGrp="1"/>
          </p:cNvSpPr>
          <p:nvPr/>
        </p:nvSpPr>
        <p:spPr>
          <a:xfrm>
            <a:off x="9762173" y="6609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3" name="shape-476">
            <a:extLst>
              <a:ext uri="{FF2B5EF4-FFF2-40B4-BE49-F238E27FC236}">
                <a16:creationId xmlns:a16="http://schemas.microsoft.com/office/drawing/2014/main" id="{E8E3AFF5-1005-4989-A150-6014C805B37E}"/>
              </a:ext>
            </a:extLst>
          </p:cNvPr>
          <p:cNvSpPr>
            <a:spLocks noGrp="1"/>
          </p:cNvSpPr>
          <p:nvPr/>
        </p:nvSpPr>
        <p:spPr>
          <a:xfrm>
            <a:off x="9762173" y="6180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9" name="直接箭头连接符 218"/>
          <p:cNvCxnSpPr>
            <a:stCxn id="92" idx="3"/>
            <a:endCxn id="93" idx="1"/>
          </p:cNvCxnSpPr>
          <p:nvPr/>
        </p:nvCxnSpPr>
        <p:spPr>
          <a:xfrm flipH="1" flipV="1">
            <a:off x="9762173" y="6181726"/>
            <a:ext cx="1905" cy="428625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none" w="sm" len="sm"/>
          </a:ln>
        </p:spPr>
      </p:cxnSp>
      <p:sp>
        <p:nvSpPr>
          <p:cNvPr id="95" name="shape-477">
            <a:extLst>
              <a:ext uri="{FF2B5EF4-FFF2-40B4-BE49-F238E27FC236}">
                <a16:creationId xmlns:a16="http://schemas.microsoft.com/office/drawing/2014/main" id="{7809D4D3-5FB3-432A-9452-EDACDA1FAD68}"/>
              </a:ext>
            </a:extLst>
          </p:cNvPr>
          <p:cNvSpPr>
            <a:spLocks noGrp="1"/>
          </p:cNvSpPr>
          <p:nvPr/>
        </p:nvSpPr>
        <p:spPr>
          <a:xfrm>
            <a:off x="9762173" y="6180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6" name="shape-478">
            <a:extLst>
              <a:ext uri="{FF2B5EF4-FFF2-40B4-BE49-F238E27FC236}">
                <a16:creationId xmlns:a16="http://schemas.microsoft.com/office/drawing/2014/main" id="{DC905318-8C7A-4EEC-9C3A-969A56159CF6}"/>
              </a:ext>
            </a:extLst>
          </p:cNvPr>
          <p:cNvSpPr>
            <a:spLocks noGrp="1"/>
          </p:cNvSpPr>
          <p:nvPr/>
        </p:nvSpPr>
        <p:spPr>
          <a:xfrm>
            <a:off x="11229023" y="6180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22" name="直接箭头连接符 221"/>
          <p:cNvCxnSpPr>
            <a:stCxn id="95" idx="3"/>
            <a:endCxn id="96" idx="1"/>
          </p:cNvCxnSpPr>
          <p:nvPr/>
        </p:nvCxnSpPr>
        <p:spPr>
          <a:xfrm>
            <a:off x="9764078" y="6181726"/>
            <a:ext cx="1464945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none" w="sm" len="sm"/>
          </a:ln>
        </p:spPr>
      </p:cxnSp>
      <p:sp>
        <p:nvSpPr>
          <p:cNvPr id="98" name="shape-479">
            <a:extLst>
              <a:ext uri="{FF2B5EF4-FFF2-40B4-BE49-F238E27FC236}">
                <a16:creationId xmlns:a16="http://schemas.microsoft.com/office/drawing/2014/main" id="{BE88E118-7A62-4E24-8D8F-93F4DD992505}"/>
              </a:ext>
            </a:extLst>
          </p:cNvPr>
          <p:cNvSpPr>
            <a:spLocks noGrp="1"/>
          </p:cNvSpPr>
          <p:nvPr/>
        </p:nvSpPr>
        <p:spPr>
          <a:xfrm>
            <a:off x="11229023" y="6180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9" name="shape-480">
            <a:extLst>
              <a:ext uri="{FF2B5EF4-FFF2-40B4-BE49-F238E27FC236}">
                <a16:creationId xmlns:a16="http://schemas.microsoft.com/office/drawing/2014/main" id="{04E7A88F-043A-4CB4-85BD-DBB1A0450FCC}"/>
              </a:ext>
            </a:extLst>
          </p:cNvPr>
          <p:cNvSpPr>
            <a:spLocks noGrp="1"/>
          </p:cNvSpPr>
          <p:nvPr/>
        </p:nvSpPr>
        <p:spPr>
          <a:xfrm>
            <a:off x="11229023" y="5456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25" name="直接箭头连接符 224"/>
          <p:cNvCxnSpPr>
            <a:stCxn id="98" idx="3"/>
            <a:endCxn id="99" idx="1"/>
          </p:cNvCxnSpPr>
          <p:nvPr/>
        </p:nvCxnSpPr>
        <p:spPr>
          <a:xfrm flipH="1" flipV="1">
            <a:off x="11229023" y="5457826"/>
            <a:ext cx="1905" cy="72390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none" w="sm" len="sm"/>
          </a:ln>
        </p:spPr>
      </p:cxnSp>
      <p:sp>
        <p:nvSpPr>
          <p:cNvPr id="101" name="shape-481">
            <a:extLst>
              <a:ext uri="{FF2B5EF4-FFF2-40B4-BE49-F238E27FC236}">
                <a16:creationId xmlns:a16="http://schemas.microsoft.com/office/drawing/2014/main" id="{BB929B1C-50FA-44D9-AD93-79FDBC172D3F}"/>
              </a:ext>
            </a:extLst>
          </p:cNvPr>
          <p:cNvSpPr>
            <a:spLocks noGrp="1"/>
          </p:cNvSpPr>
          <p:nvPr/>
        </p:nvSpPr>
        <p:spPr>
          <a:xfrm>
            <a:off x="11229023" y="5456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2" name="shape-482">
            <a:extLst>
              <a:ext uri="{FF2B5EF4-FFF2-40B4-BE49-F238E27FC236}">
                <a16:creationId xmlns:a16="http://schemas.microsoft.com/office/drawing/2014/main" id="{30E28208-BFA5-471A-8CA2-58673965342D}"/>
              </a:ext>
            </a:extLst>
          </p:cNvPr>
          <p:cNvSpPr>
            <a:spLocks noGrp="1"/>
          </p:cNvSpPr>
          <p:nvPr/>
        </p:nvSpPr>
        <p:spPr>
          <a:xfrm>
            <a:off x="10000298" y="5456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28" name="直接箭头连接符 227"/>
          <p:cNvCxnSpPr>
            <a:stCxn id="101" idx="3"/>
            <a:endCxn id="102" idx="1"/>
          </p:cNvCxnSpPr>
          <p:nvPr/>
        </p:nvCxnSpPr>
        <p:spPr>
          <a:xfrm flipH="1">
            <a:off x="10000298" y="5457826"/>
            <a:ext cx="1230630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none" w="sm" len="sm"/>
          </a:ln>
        </p:spPr>
      </p:cxnSp>
      <p:sp>
        <p:nvSpPr>
          <p:cNvPr id="104" name="shape-483">
            <a:extLst>
              <a:ext uri="{FF2B5EF4-FFF2-40B4-BE49-F238E27FC236}">
                <a16:creationId xmlns:a16="http://schemas.microsoft.com/office/drawing/2014/main" id="{1984E24F-1B25-4DB4-8779-BADA75C7A76A}"/>
              </a:ext>
            </a:extLst>
          </p:cNvPr>
          <p:cNvSpPr>
            <a:spLocks noGrp="1"/>
          </p:cNvSpPr>
          <p:nvPr/>
        </p:nvSpPr>
        <p:spPr>
          <a:xfrm>
            <a:off x="10000298" y="5456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5" name="shape-484">
            <a:extLst>
              <a:ext uri="{FF2B5EF4-FFF2-40B4-BE49-F238E27FC236}">
                <a16:creationId xmlns:a16="http://schemas.microsoft.com/office/drawing/2014/main" id="{A616BFD1-DF82-4969-AAD5-06B8A74FA7AE}"/>
              </a:ext>
            </a:extLst>
          </p:cNvPr>
          <p:cNvSpPr>
            <a:spLocks noGrp="1"/>
          </p:cNvSpPr>
          <p:nvPr/>
        </p:nvSpPr>
        <p:spPr>
          <a:xfrm>
            <a:off x="10000298" y="5209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1" name="直接箭头连接符 230"/>
          <p:cNvCxnSpPr>
            <a:stCxn id="104" idx="3"/>
            <a:endCxn id="105" idx="1"/>
          </p:cNvCxnSpPr>
          <p:nvPr/>
        </p:nvCxnSpPr>
        <p:spPr>
          <a:xfrm flipH="1" flipV="1">
            <a:off x="10000298" y="5210176"/>
            <a:ext cx="1905" cy="24765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107" name="shape-485">
            <a:extLst>
              <a:ext uri="{FF2B5EF4-FFF2-40B4-BE49-F238E27FC236}">
                <a16:creationId xmlns:a16="http://schemas.microsoft.com/office/drawing/2014/main" id="{46F80FA0-79EC-498F-AED1-E8F0348BFF70}"/>
              </a:ext>
            </a:extLst>
          </p:cNvPr>
          <p:cNvSpPr>
            <a:spLocks noGrp="1"/>
          </p:cNvSpPr>
          <p:nvPr/>
        </p:nvSpPr>
        <p:spPr>
          <a:xfrm>
            <a:off x="13049250" y="2124075"/>
            <a:ext cx="1619250" cy="1066800"/>
          </a:xfrm>
          <a:prstGeom prst="roundRect">
            <a:avLst>
              <a:gd name="adj" fmla="val 6250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108" name="shape-486">
            <a:extLst>
              <a:ext uri="{FF2B5EF4-FFF2-40B4-BE49-F238E27FC236}">
                <a16:creationId xmlns:a16="http://schemas.microsoft.com/office/drawing/2014/main" id="{D8707141-5362-4762-A9F5-DA398EF27A0C}"/>
              </a:ext>
            </a:extLst>
          </p:cNvPr>
          <p:cNvSpPr>
            <a:spLocks noGrp="1"/>
          </p:cNvSpPr>
          <p:nvPr/>
        </p:nvSpPr>
        <p:spPr>
          <a:xfrm>
            <a:off x="13144500" y="2209800"/>
            <a:ext cx="1428750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IDWT</a:t>
            </a:r>
          </a:p>
        </p:txBody>
      </p:sp>
      <p:sp>
        <p:nvSpPr>
          <p:cNvPr id="109" name="shape-487">
            <a:extLst>
              <a:ext uri="{FF2B5EF4-FFF2-40B4-BE49-F238E27FC236}">
                <a16:creationId xmlns:a16="http://schemas.microsoft.com/office/drawing/2014/main" id="{7ABA094F-313F-472B-A22D-A3E3A8041EAE}"/>
              </a:ext>
            </a:extLst>
          </p:cNvPr>
          <p:cNvSpPr>
            <a:spLocks noGrp="1"/>
          </p:cNvSpPr>
          <p:nvPr/>
        </p:nvSpPr>
        <p:spPr>
          <a:xfrm>
            <a:off x="13144500" y="2636139"/>
            <a:ext cx="1428750" cy="4587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重建差异 d</a:t>
            </a:r>
          </a:p>
        </p:txBody>
      </p:sp>
      <p:sp>
        <p:nvSpPr>
          <p:cNvPr id="110" name="shape-488">
            <a:extLst>
              <a:ext uri="{FF2B5EF4-FFF2-40B4-BE49-F238E27FC236}">
                <a16:creationId xmlns:a16="http://schemas.microsoft.com/office/drawing/2014/main" id="{EB6AEA5B-2D88-4780-BDC3-4393B003F247}"/>
              </a:ext>
            </a:extLst>
          </p:cNvPr>
          <p:cNvSpPr>
            <a:spLocks noGrp="1"/>
          </p:cNvSpPr>
          <p:nvPr/>
        </p:nvSpPr>
        <p:spPr>
          <a:xfrm>
            <a:off x="12238673" y="26755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1" name="shape-489">
            <a:extLst>
              <a:ext uri="{FF2B5EF4-FFF2-40B4-BE49-F238E27FC236}">
                <a16:creationId xmlns:a16="http://schemas.microsoft.com/office/drawing/2014/main" id="{04D8C387-E9E2-4B56-A9A1-6441715C90AE}"/>
              </a:ext>
            </a:extLst>
          </p:cNvPr>
          <p:cNvSpPr>
            <a:spLocks noGrp="1"/>
          </p:cNvSpPr>
          <p:nvPr/>
        </p:nvSpPr>
        <p:spPr>
          <a:xfrm>
            <a:off x="13048298" y="26755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7" name="直接箭头连接符 236"/>
          <p:cNvCxnSpPr>
            <a:stCxn id="110" idx="3"/>
            <a:endCxn id="111" idx="1"/>
          </p:cNvCxnSpPr>
          <p:nvPr/>
        </p:nvCxnSpPr>
        <p:spPr>
          <a:xfrm>
            <a:off x="12240578" y="2676526"/>
            <a:ext cx="8077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113" name="shape-490">
            <a:extLst>
              <a:ext uri="{FF2B5EF4-FFF2-40B4-BE49-F238E27FC236}">
                <a16:creationId xmlns:a16="http://schemas.microsoft.com/office/drawing/2014/main" id="{6E9C9619-6B41-4400-961F-8423A510F1FE}"/>
              </a:ext>
            </a:extLst>
          </p:cNvPr>
          <p:cNvSpPr>
            <a:spLocks noGrp="1"/>
          </p:cNvSpPr>
          <p:nvPr/>
        </p:nvSpPr>
        <p:spPr>
          <a:xfrm>
            <a:off x="14048423" y="46091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4" name="shape-491">
            <a:extLst>
              <a:ext uri="{FF2B5EF4-FFF2-40B4-BE49-F238E27FC236}">
                <a16:creationId xmlns:a16="http://schemas.microsoft.com/office/drawing/2014/main" id="{10A5BCD1-51CB-42D3-865B-4310C1E68A21}"/>
              </a:ext>
            </a:extLst>
          </p:cNvPr>
          <p:cNvSpPr>
            <a:spLocks noGrp="1"/>
          </p:cNvSpPr>
          <p:nvPr/>
        </p:nvSpPr>
        <p:spPr>
          <a:xfrm>
            <a:off x="14381798" y="46091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0" name="直接箭头连接符 239"/>
          <p:cNvCxnSpPr>
            <a:stCxn id="113" idx="3"/>
            <a:endCxn id="114" idx="1"/>
          </p:cNvCxnSpPr>
          <p:nvPr/>
        </p:nvCxnSpPr>
        <p:spPr>
          <a:xfrm>
            <a:off x="14050328" y="4610101"/>
            <a:ext cx="33147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none" w="sm" len="sm"/>
          </a:ln>
        </p:spPr>
      </p:cxnSp>
      <p:sp>
        <p:nvSpPr>
          <p:cNvPr id="116" name="shape-492">
            <a:extLst>
              <a:ext uri="{FF2B5EF4-FFF2-40B4-BE49-F238E27FC236}">
                <a16:creationId xmlns:a16="http://schemas.microsoft.com/office/drawing/2014/main" id="{E8FA1AA9-FC25-481D-8E2E-00F6BEF2022B}"/>
              </a:ext>
            </a:extLst>
          </p:cNvPr>
          <p:cNvSpPr>
            <a:spLocks noGrp="1"/>
          </p:cNvSpPr>
          <p:nvPr/>
        </p:nvSpPr>
        <p:spPr>
          <a:xfrm>
            <a:off x="14381798" y="46091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7" name="shape-493">
            <a:extLst>
              <a:ext uri="{FF2B5EF4-FFF2-40B4-BE49-F238E27FC236}">
                <a16:creationId xmlns:a16="http://schemas.microsoft.com/office/drawing/2014/main" id="{C99CDFB5-0958-4DBE-9373-7EFC2A2C39BA}"/>
              </a:ext>
            </a:extLst>
          </p:cNvPr>
          <p:cNvSpPr>
            <a:spLocks noGrp="1"/>
          </p:cNvSpPr>
          <p:nvPr/>
        </p:nvSpPr>
        <p:spPr>
          <a:xfrm>
            <a:off x="14381798" y="3399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3" name="直接箭头连接符 242"/>
          <p:cNvCxnSpPr>
            <a:stCxn id="116" idx="3"/>
            <a:endCxn id="117" idx="1"/>
          </p:cNvCxnSpPr>
          <p:nvPr/>
        </p:nvCxnSpPr>
        <p:spPr>
          <a:xfrm flipH="1" flipV="1">
            <a:off x="14381798" y="3400426"/>
            <a:ext cx="1905" cy="1209675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none" w="sm" len="sm"/>
          </a:ln>
        </p:spPr>
      </p:cxnSp>
      <p:sp>
        <p:nvSpPr>
          <p:cNvPr id="119" name="shape-494">
            <a:extLst>
              <a:ext uri="{FF2B5EF4-FFF2-40B4-BE49-F238E27FC236}">
                <a16:creationId xmlns:a16="http://schemas.microsoft.com/office/drawing/2014/main" id="{7F2D12C8-6133-40EF-AE05-5E3577802C68}"/>
              </a:ext>
            </a:extLst>
          </p:cNvPr>
          <p:cNvSpPr>
            <a:spLocks noGrp="1"/>
          </p:cNvSpPr>
          <p:nvPr/>
        </p:nvSpPr>
        <p:spPr>
          <a:xfrm>
            <a:off x="14381798" y="3399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0" name="shape-495">
            <a:extLst>
              <a:ext uri="{FF2B5EF4-FFF2-40B4-BE49-F238E27FC236}">
                <a16:creationId xmlns:a16="http://schemas.microsoft.com/office/drawing/2014/main" id="{A78F98B0-3330-466A-9DF1-27DE197FD77C}"/>
              </a:ext>
            </a:extLst>
          </p:cNvPr>
          <p:cNvSpPr>
            <a:spLocks noGrp="1"/>
          </p:cNvSpPr>
          <p:nvPr/>
        </p:nvSpPr>
        <p:spPr>
          <a:xfrm>
            <a:off x="13857923" y="3399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6" name="直接箭头连接符 245"/>
          <p:cNvCxnSpPr>
            <a:stCxn id="119" idx="3"/>
            <a:endCxn id="120" idx="1"/>
          </p:cNvCxnSpPr>
          <p:nvPr/>
        </p:nvCxnSpPr>
        <p:spPr>
          <a:xfrm flipH="1">
            <a:off x="13857923" y="3400426"/>
            <a:ext cx="52578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none" w="sm" len="sm"/>
          </a:ln>
        </p:spPr>
      </p:cxnSp>
      <p:sp>
        <p:nvSpPr>
          <p:cNvPr id="122" name="shape-496">
            <a:extLst>
              <a:ext uri="{FF2B5EF4-FFF2-40B4-BE49-F238E27FC236}">
                <a16:creationId xmlns:a16="http://schemas.microsoft.com/office/drawing/2014/main" id="{598A55FF-9015-4BDB-B083-CC41EB4518EA}"/>
              </a:ext>
            </a:extLst>
          </p:cNvPr>
          <p:cNvSpPr>
            <a:spLocks noGrp="1"/>
          </p:cNvSpPr>
          <p:nvPr/>
        </p:nvSpPr>
        <p:spPr>
          <a:xfrm>
            <a:off x="13857923" y="33994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3" name="shape-497">
            <a:extLst>
              <a:ext uri="{FF2B5EF4-FFF2-40B4-BE49-F238E27FC236}">
                <a16:creationId xmlns:a16="http://schemas.microsoft.com/office/drawing/2014/main" id="{720CD68C-339E-4CBC-B115-1F901595FEF3}"/>
              </a:ext>
            </a:extLst>
          </p:cNvPr>
          <p:cNvSpPr>
            <a:spLocks noGrp="1"/>
          </p:cNvSpPr>
          <p:nvPr/>
        </p:nvSpPr>
        <p:spPr>
          <a:xfrm>
            <a:off x="13857923" y="31899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9" name="直接箭头连接符 248"/>
          <p:cNvCxnSpPr>
            <a:stCxn id="122" idx="3"/>
            <a:endCxn id="123" idx="1"/>
          </p:cNvCxnSpPr>
          <p:nvPr/>
        </p:nvCxnSpPr>
        <p:spPr>
          <a:xfrm flipH="1" flipV="1">
            <a:off x="13857923" y="3190876"/>
            <a:ext cx="1905" cy="20955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125" name="shape-498">
            <a:extLst>
              <a:ext uri="{FF2B5EF4-FFF2-40B4-BE49-F238E27FC236}">
                <a16:creationId xmlns:a16="http://schemas.microsoft.com/office/drawing/2014/main" id="{DCFED012-703E-4072-A1D6-EDC4091A3DA6}"/>
              </a:ext>
            </a:extLst>
          </p:cNvPr>
          <p:cNvSpPr>
            <a:spLocks noGrp="1"/>
          </p:cNvSpPr>
          <p:nvPr/>
        </p:nvSpPr>
        <p:spPr>
          <a:xfrm>
            <a:off x="619125" y="74866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方向系数可衰减或增强高频，范围约 0–4</a:t>
            </a:r>
          </a:p>
        </p:txBody>
      </p:sp>
    </p:spTree>
    <p:extLst>
      <p:ext uri="{BB962C8B-B14F-4D97-AF65-F5344CB8AC3E}">
        <p14:creationId xmlns:p14="http://schemas.microsoft.com/office/powerpoint/2010/main" val="2003884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-499">
            <a:extLst>
              <a:ext uri="{FF2B5EF4-FFF2-40B4-BE49-F238E27FC236}">
                <a16:creationId xmlns:a16="http://schemas.microsoft.com/office/drawing/2014/main" id="{9C4C9830-08D8-4F41-9319-80372B27AEDC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400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RepDW 多分支训练与部署融合</a:t>
            </a:r>
          </a:p>
        </p:txBody>
      </p:sp>
      <p:sp>
        <p:nvSpPr>
          <p:cNvPr id="2" name="shape-500">
            <a:extLst>
              <a:ext uri="{FF2B5EF4-FFF2-40B4-BE49-F238E27FC236}">
                <a16:creationId xmlns:a16="http://schemas.microsoft.com/office/drawing/2014/main" id="{7B5141B3-2315-4ACA-B7A9-692D2A431A95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390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线性深度卷积分支先相加、后激活，部署时折叠为一个 DW5×5 和一个 PW1×1</a:t>
            </a:r>
          </a:p>
        </p:txBody>
      </p:sp>
      <p:sp>
        <p:nvSpPr>
          <p:cNvPr id="3" name="shape-501">
            <a:extLst>
              <a:ext uri="{FF2B5EF4-FFF2-40B4-BE49-F238E27FC236}">
                <a16:creationId xmlns:a16="http://schemas.microsoft.com/office/drawing/2014/main" id="{EEF42BC5-CD7C-42EC-9E91-5639C1791E0D}"/>
              </a:ext>
            </a:extLst>
          </p:cNvPr>
          <p:cNvSpPr>
            <a:spLocks noGrp="1"/>
          </p:cNvSpPr>
          <p:nvPr/>
        </p:nvSpPr>
        <p:spPr>
          <a:xfrm>
            <a:off x="570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shape-502">
            <a:extLst>
              <a:ext uri="{FF2B5EF4-FFF2-40B4-BE49-F238E27FC236}">
                <a16:creationId xmlns:a16="http://schemas.microsoft.com/office/drawing/2014/main" id="{4A407452-994E-46F9-83B5-16B28A57CF0A}"/>
              </a:ext>
            </a:extLst>
          </p:cNvPr>
          <p:cNvSpPr>
            <a:spLocks noGrp="1"/>
          </p:cNvSpPr>
          <p:nvPr/>
        </p:nvSpPr>
        <p:spPr>
          <a:xfrm>
            <a:off x="14667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9" name="直接箭头连接符 168"/>
          <p:cNvCxnSpPr>
            <a:stCxn id="3" idx="3"/>
            <a:endCxn id="4" idx="1"/>
          </p:cNvCxnSpPr>
          <p:nvPr/>
        </p:nvCxnSpPr>
        <p:spPr>
          <a:xfrm>
            <a:off x="572453" y="1657351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6" name="shape-503">
            <a:extLst>
              <a:ext uri="{FF2B5EF4-FFF2-40B4-BE49-F238E27FC236}">
                <a16:creationId xmlns:a16="http://schemas.microsoft.com/office/drawing/2014/main" id="{B8904E19-04FE-47C2-AA21-30F96797D738}"/>
              </a:ext>
            </a:extLst>
          </p:cNvPr>
          <p:cNvSpPr>
            <a:spLocks noGrp="1"/>
          </p:cNvSpPr>
          <p:nvPr/>
        </p:nvSpPr>
        <p:spPr>
          <a:xfrm>
            <a:off x="570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" name="shape-504">
            <a:extLst>
              <a:ext uri="{FF2B5EF4-FFF2-40B4-BE49-F238E27FC236}">
                <a16:creationId xmlns:a16="http://schemas.microsoft.com/office/drawing/2014/main" id="{D6DFDB17-AB48-4253-B5D7-DBC5710EAC1E}"/>
              </a:ext>
            </a:extLst>
          </p:cNvPr>
          <p:cNvSpPr>
            <a:spLocks noGrp="1"/>
          </p:cNvSpPr>
          <p:nvPr/>
        </p:nvSpPr>
        <p:spPr>
          <a:xfrm>
            <a:off x="14667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2" name="直接箭头连接符 171"/>
          <p:cNvCxnSpPr>
            <a:stCxn id="6" idx="3"/>
            <a:endCxn id="7" idx="1"/>
          </p:cNvCxnSpPr>
          <p:nvPr/>
        </p:nvCxnSpPr>
        <p:spPr>
          <a:xfrm>
            <a:off x="572453" y="7953376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9" name="shape-505">
            <a:extLst>
              <a:ext uri="{FF2B5EF4-FFF2-40B4-BE49-F238E27FC236}">
                <a16:creationId xmlns:a16="http://schemas.microsoft.com/office/drawing/2014/main" id="{D0B81DBF-89B3-4141-8E51-E1E224F9029B}"/>
              </a:ext>
            </a:extLst>
          </p:cNvPr>
          <p:cNvSpPr>
            <a:spLocks noGrp="1"/>
          </p:cNvSpPr>
          <p:nvPr/>
        </p:nvSpPr>
        <p:spPr>
          <a:xfrm>
            <a:off x="571500" y="8067675"/>
            <a:ext cx="1323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DW：深度卷积。PW：逐点卷积。训练末端 BN 的 γ/β 初始化为 0。四个解码尺度各用一个独立 RepDW。</a:t>
            </a:r>
          </a:p>
        </p:txBody>
      </p:sp>
      <p:sp>
        <p:nvSpPr>
          <p:cNvPr id="10" name="shape-506">
            <a:extLst>
              <a:ext uri="{FF2B5EF4-FFF2-40B4-BE49-F238E27FC236}">
                <a16:creationId xmlns:a16="http://schemas.microsoft.com/office/drawing/2014/main" id="{9A8A35B2-7E3D-4C58-9841-340EE3CBBBD8}"/>
              </a:ext>
            </a:extLst>
          </p:cNvPr>
          <p:cNvSpPr>
            <a:spLocks noGrp="1"/>
          </p:cNvSpPr>
          <p:nvPr/>
        </p:nvSpPr>
        <p:spPr>
          <a:xfrm>
            <a:off x="14097000" y="806767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11" name="shape-507">
            <a:extLst>
              <a:ext uri="{FF2B5EF4-FFF2-40B4-BE49-F238E27FC236}">
                <a16:creationId xmlns:a16="http://schemas.microsoft.com/office/drawing/2014/main" id="{EB85ADC6-9951-4AC9-9215-9E94D03C2831}"/>
              </a:ext>
            </a:extLst>
          </p:cNvPr>
          <p:cNvSpPr>
            <a:spLocks noGrp="1"/>
          </p:cNvSpPr>
          <p:nvPr/>
        </p:nvSpPr>
        <p:spPr>
          <a:xfrm>
            <a:off x="571500" y="18669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训练图</a:t>
            </a:r>
          </a:p>
        </p:txBody>
      </p:sp>
      <p:sp>
        <p:nvSpPr>
          <p:cNvPr id="12" name="shape-508">
            <a:extLst>
              <a:ext uri="{FF2B5EF4-FFF2-40B4-BE49-F238E27FC236}">
                <a16:creationId xmlns:a16="http://schemas.microsoft.com/office/drawing/2014/main" id="{3EEDAF96-912B-4417-8E69-B48B81F5ECD5}"/>
              </a:ext>
            </a:extLst>
          </p:cNvPr>
          <p:cNvSpPr>
            <a:spLocks noGrp="1"/>
          </p:cNvSpPr>
          <p:nvPr/>
        </p:nvSpPr>
        <p:spPr>
          <a:xfrm>
            <a:off x="11239500" y="186690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部署图</a:t>
            </a:r>
          </a:p>
        </p:txBody>
      </p:sp>
      <p:sp>
        <p:nvSpPr>
          <p:cNvPr id="13" name="shape-509">
            <a:extLst>
              <a:ext uri="{FF2B5EF4-FFF2-40B4-BE49-F238E27FC236}">
                <a16:creationId xmlns:a16="http://schemas.microsoft.com/office/drawing/2014/main" id="{CAC623E3-36BA-4CE1-8ACC-089B5C631A67}"/>
              </a:ext>
            </a:extLst>
          </p:cNvPr>
          <p:cNvSpPr>
            <a:spLocks noGrp="1"/>
          </p:cNvSpPr>
          <p:nvPr/>
        </p:nvSpPr>
        <p:spPr>
          <a:xfrm>
            <a:off x="10667048" y="19040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" name="shape-510">
            <a:extLst>
              <a:ext uri="{FF2B5EF4-FFF2-40B4-BE49-F238E27FC236}">
                <a16:creationId xmlns:a16="http://schemas.microsoft.com/office/drawing/2014/main" id="{96BC95B8-0ECC-4C88-A32E-A0AD3F5770C2}"/>
              </a:ext>
            </a:extLst>
          </p:cNvPr>
          <p:cNvSpPr>
            <a:spLocks noGrp="1"/>
          </p:cNvSpPr>
          <p:nvPr/>
        </p:nvSpPr>
        <p:spPr>
          <a:xfrm>
            <a:off x="10667048" y="75618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9" name="直接箭头连接符 178"/>
          <p:cNvCxnSpPr>
            <a:stCxn id="13" idx="3"/>
            <a:endCxn id="14" idx="1"/>
          </p:cNvCxnSpPr>
          <p:nvPr/>
        </p:nvCxnSpPr>
        <p:spPr>
          <a:xfrm flipH="1">
            <a:off x="10667048" y="1905001"/>
            <a:ext cx="1905" cy="5657850"/>
          </a:xfrm>
          <a:prstGeom prst="straightConnector1">
            <a:avLst/>
          </a:prstGeom>
          <a:ln w="14288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16" name="shape-511">
            <a:extLst>
              <a:ext uri="{FF2B5EF4-FFF2-40B4-BE49-F238E27FC236}">
                <a16:creationId xmlns:a16="http://schemas.microsoft.com/office/drawing/2014/main" id="{544AB57F-6C04-411F-8362-356D7743D4D3}"/>
              </a:ext>
            </a:extLst>
          </p:cNvPr>
          <p:cNvSpPr>
            <a:spLocks noGrp="1"/>
          </p:cNvSpPr>
          <p:nvPr/>
        </p:nvSpPr>
        <p:spPr>
          <a:xfrm>
            <a:off x="571500" y="3990975"/>
            <a:ext cx="1047750" cy="876300"/>
          </a:xfrm>
          <a:prstGeom prst="roundRect">
            <a:avLst>
              <a:gd name="adj" fmla="val 7609"/>
            </a:avLst>
          </a:prstGeom>
          <a:solidFill>
            <a:srgbClr val="F2F5F7"/>
          </a:solidFill>
          <a:ln w="15240">
            <a:solidFill>
              <a:srgbClr val="738492"/>
            </a:solidFill>
            <a:prstDash val="solid"/>
          </a:ln>
        </p:spPr>
      </p:sp>
      <p:sp>
        <p:nvSpPr>
          <p:cNvPr id="17" name="shape-512">
            <a:extLst>
              <a:ext uri="{FF2B5EF4-FFF2-40B4-BE49-F238E27FC236}">
                <a16:creationId xmlns:a16="http://schemas.microsoft.com/office/drawing/2014/main" id="{3D5ED2ED-50BA-495A-877E-E71166945138}"/>
              </a:ext>
            </a:extLst>
          </p:cNvPr>
          <p:cNvSpPr>
            <a:spLocks noGrp="1"/>
          </p:cNvSpPr>
          <p:nvPr/>
        </p:nvSpPr>
        <p:spPr>
          <a:xfrm>
            <a:off x="666750" y="4067175"/>
            <a:ext cx="857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325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rPr>
              <a:t>x</a:t>
            </a:r>
          </a:p>
        </p:txBody>
      </p:sp>
      <p:sp>
        <p:nvSpPr>
          <p:cNvPr id="18" name="shape-513">
            <a:extLst>
              <a:ext uri="{FF2B5EF4-FFF2-40B4-BE49-F238E27FC236}">
                <a16:creationId xmlns:a16="http://schemas.microsoft.com/office/drawing/2014/main" id="{D7456DA2-25A6-4333-B60A-6C5FA857BDF5}"/>
              </a:ext>
            </a:extLst>
          </p:cNvPr>
          <p:cNvSpPr>
            <a:spLocks noGrp="1"/>
          </p:cNvSpPr>
          <p:nvPr/>
        </p:nvSpPr>
        <p:spPr>
          <a:xfrm>
            <a:off x="2381250" y="2590800"/>
            <a:ext cx="1952625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9" name="shape-514">
            <a:extLst>
              <a:ext uri="{FF2B5EF4-FFF2-40B4-BE49-F238E27FC236}">
                <a16:creationId xmlns:a16="http://schemas.microsoft.com/office/drawing/2014/main" id="{6B33980B-43A6-46CB-A238-E49F9241A020}"/>
              </a:ext>
            </a:extLst>
          </p:cNvPr>
          <p:cNvSpPr>
            <a:spLocks noGrp="1"/>
          </p:cNvSpPr>
          <p:nvPr/>
        </p:nvSpPr>
        <p:spPr>
          <a:xfrm>
            <a:off x="2476500" y="2667000"/>
            <a:ext cx="17621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DW5×5 + BN</a:t>
            </a:r>
          </a:p>
        </p:txBody>
      </p:sp>
      <p:sp>
        <p:nvSpPr>
          <p:cNvPr id="20" name="shape-515">
            <a:extLst>
              <a:ext uri="{FF2B5EF4-FFF2-40B4-BE49-F238E27FC236}">
                <a16:creationId xmlns:a16="http://schemas.microsoft.com/office/drawing/2014/main" id="{83234189-9D78-471E-813F-CED11DFC062F}"/>
              </a:ext>
            </a:extLst>
          </p:cNvPr>
          <p:cNvSpPr>
            <a:spLocks noGrp="1"/>
          </p:cNvSpPr>
          <p:nvPr/>
        </p:nvSpPr>
        <p:spPr>
          <a:xfrm>
            <a:off x="16182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1" name="shape-516">
            <a:extLst>
              <a:ext uri="{FF2B5EF4-FFF2-40B4-BE49-F238E27FC236}">
                <a16:creationId xmlns:a16="http://schemas.microsoft.com/office/drawing/2014/main" id="{1527F9DD-70BC-4808-AB51-298BADCACBAD}"/>
              </a:ext>
            </a:extLst>
          </p:cNvPr>
          <p:cNvSpPr>
            <a:spLocks noGrp="1"/>
          </p:cNvSpPr>
          <p:nvPr/>
        </p:nvSpPr>
        <p:spPr>
          <a:xfrm>
            <a:off x="19992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86" name="直接箭头连接符 185"/>
          <p:cNvCxnSpPr>
            <a:stCxn id="20" idx="3"/>
            <a:endCxn id="21" idx="1"/>
          </p:cNvCxnSpPr>
          <p:nvPr/>
        </p:nvCxnSpPr>
        <p:spPr>
          <a:xfrm>
            <a:off x="1620203" y="4429126"/>
            <a:ext cx="379095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23" name="shape-517">
            <a:extLst>
              <a:ext uri="{FF2B5EF4-FFF2-40B4-BE49-F238E27FC236}">
                <a16:creationId xmlns:a16="http://schemas.microsoft.com/office/drawing/2014/main" id="{057A52A4-52D1-4773-998E-19F1B80E43BF}"/>
              </a:ext>
            </a:extLst>
          </p:cNvPr>
          <p:cNvSpPr>
            <a:spLocks noGrp="1"/>
          </p:cNvSpPr>
          <p:nvPr/>
        </p:nvSpPr>
        <p:spPr>
          <a:xfrm>
            <a:off x="19992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4" name="shape-518">
            <a:extLst>
              <a:ext uri="{FF2B5EF4-FFF2-40B4-BE49-F238E27FC236}">
                <a16:creationId xmlns:a16="http://schemas.microsoft.com/office/drawing/2014/main" id="{E85022B2-2606-405A-8545-B809381AD06D}"/>
              </a:ext>
            </a:extLst>
          </p:cNvPr>
          <p:cNvSpPr>
            <a:spLocks noGrp="1"/>
          </p:cNvSpPr>
          <p:nvPr/>
        </p:nvSpPr>
        <p:spPr>
          <a:xfrm>
            <a:off x="1999298" y="29422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89" name="直接箭头连接符 188"/>
          <p:cNvCxnSpPr>
            <a:stCxn id="23" idx="3"/>
            <a:endCxn id="24" idx="1"/>
          </p:cNvCxnSpPr>
          <p:nvPr/>
        </p:nvCxnSpPr>
        <p:spPr>
          <a:xfrm flipH="1" flipV="1">
            <a:off x="1999298" y="2943226"/>
            <a:ext cx="1905" cy="148590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26" name="shape-519">
            <a:extLst>
              <a:ext uri="{FF2B5EF4-FFF2-40B4-BE49-F238E27FC236}">
                <a16:creationId xmlns:a16="http://schemas.microsoft.com/office/drawing/2014/main" id="{BF821EEC-0FA2-4761-94C0-7DB9AB9A3FC8}"/>
              </a:ext>
            </a:extLst>
          </p:cNvPr>
          <p:cNvSpPr>
            <a:spLocks noGrp="1"/>
          </p:cNvSpPr>
          <p:nvPr/>
        </p:nvSpPr>
        <p:spPr>
          <a:xfrm>
            <a:off x="1999298" y="29422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7" name="shape-520">
            <a:extLst>
              <a:ext uri="{FF2B5EF4-FFF2-40B4-BE49-F238E27FC236}">
                <a16:creationId xmlns:a16="http://schemas.microsoft.com/office/drawing/2014/main" id="{DC71F5A9-4424-4A20-8199-3D459CFBFCF1}"/>
              </a:ext>
            </a:extLst>
          </p:cNvPr>
          <p:cNvSpPr>
            <a:spLocks noGrp="1"/>
          </p:cNvSpPr>
          <p:nvPr/>
        </p:nvSpPr>
        <p:spPr>
          <a:xfrm>
            <a:off x="2380298" y="29422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2" name="直接箭头连接符 191"/>
          <p:cNvCxnSpPr>
            <a:stCxn id="26" idx="3"/>
            <a:endCxn id="27" idx="1"/>
          </p:cNvCxnSpPr>
          <p:nvPr/>
        </p:nvCxnSpPr>
        <p:spPr>
          <a:xfrm>
            <a:off x="2001203" y="2943226"/>
            <a:ext cx="379095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29" name="shape-521">
            <a:extLst>
              <a:ext uri="{FF2B5EF4-FFF2-40B4-BE49-F238E27FC236}">
                <a16:creationId xmlns:a16="http://schemas.microsoft.com/office/drawing/2014/main" id="{62F262FB-6A7B-4B86-92AA-DA29A4875B71}"/>
              </a:ext>
            </a:extLst>
          </p:cNvPr>
          <p:cNvSpPr>
            <a:spLocks noGrp="1"/>
          </p:cNvSpPr>
          <p:nvPr/>
        </p:nvSpPr>
        <p:spPr>
          <a:xfrm>
            <a:off x="4332923" y="29422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0" name="shape-522">
            <a:extLst>
              <a:ext uri="{FF2B5EF4-FFF2-40B4-BE49-F238E27FC236}">
                <a16:creationId xmlns:a16="http://schemas.microsoft.com/office/drawing/2014/main" id="{75133C15-59CD-4433-8F94-15D133FDBA99}"/>
              </a:ext>
            </a:extLst>
          </p:cNvPr>
          <p:cNvSpPr>
            <a:spLocks noGrp="1"/>
          </p:cNvSpPr>
          <p:nvPr/>
        </p:nvSpPr>
        <p:spPr>
          <a:xfrm>
            <a:off x="4618673" y="29422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5" name="直接箭头连接符 194"/>
          <p:cNvCxnSpPr>
            <a:stCxn id="29" idx="3"/>
            <a:endCxn id="30" idx="1"/>
          </p:cNvCxnSpPr>
          <p:nvPr/>
        </p:nvCxnSpPr>
        <p:spPr>
          <a:xfrm>
            <a:off x="4334828" y="2943226"/>
            <a:ext cx="283845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32" name="shape-523">
            <a:extLst>
              <a:ext uri="{FF2B5EF4-FFF2-40B4-BE49-F238E27FC236}">
                <a16:creationId xmlns:a16="http://schemas.microsoft.com/office/drawing/2014/main" id="{821602D7-6828-412D-A741-C081D699C0A5}"/>
              </a:ext>
            </a:extLst>
          </p:cNvPr>
          <p:cNvSpPr>
            <a:spLocks noGrp="1"/>
          </p:cNvSpPr>
          <p:nvPr/>
        </p:nvSpPr>
        <p:spPr>
          <a:xfrm>
            <a:off x="4618673" y="29422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3" name="shape-524">
            <a:extLst>
              <a:ext uri="{FF2B5EF4-FFF2-40B4-BE49-F238E27FC236}">
                <a16:creationId xmlns:a16="http://schemas.microsoft.com/office/drawing/2014/main" id="{8AF1D481-90D2-4247-A94C-0778407260C1}"/>
              </a:ext>
            </a:extLst>
          </p:cNvPr>
          <p:cNvSpPr>
            <a:spLocks noGrp="1"/>
          </p:cNvSpPr>
          <p:nvPr/>
        </p:nvSpPr>
        <p:spPr>
          <a:xfrm>
            <a:off x="4618673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8" name="直接箭头连接符 197"/>
          <p:cNvCxnSpPr>
            <a:stCxn id="32" idx="3"/>
            <a:endCxn id="33" idx="1"/>
          </p:cNvCxnSpPr>
          <p:nvPr/>
        </p:nvCxnSpPr>
        <p:spPr>
          <a:xfrm flipH="1">
            <a:off x="4618673" y="2943226"/>
            <a:ext cx="1905" cy="148590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35" name="shape-525">
            <a:extLst>
              <a:ext uri="{FF2B5EF4-FFF2-40B4-BE49-F238E27FC236}">
                <a16:creationId xmlns:a16="http://schemas.microsoft.com/office/drawing/2014/main" id="{D9B72570-437A-44F9-BDC0-F594DE81D270}"/>
              </a:ext>
            </a:extLst>
          </p:cNvPr>
          <p:cNvSpPr>
            <a:spLocks noGrp="1"/>
          </p:cNvSpPr>
          <p:nvPr/>
        </p:nvSpPr>
        <p:spPr>
          <a:xfrm>
            <a:off x="4618673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6" name="shape-526">
            <a:extLst>
              <a:ext uri="{FF2B5EF4-FFF2-40B4-BE49-F238E27FC236}">
                <a16:creationId xmlns:a16="http://schemas.microsoft.com/office/drawing/2014/main" id="{95D8125E-6B67-4D8D-9DF5-F2F97EDC9C89}"/>
              </a:ext>
            </a:extLst>
          </p:cNvPr>
          <p:cNvSpPr>
            <a:spLocks noGrp="1"/>
          </p:cNvSpPr>
          <p:nvPr/>
        </p:nvSpPr>
        <p:spPr>
          <a:xfrm>
            <a:off x="48567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1" name="直接箭头连接符 200"/>
          <p:cNvCxnSpPr>
            <a:stCxn id="35" idx="3"/>
            <a:endCxn id="36" idx="1"/>
          </p:cNvCxnSpPr>
          <p:nvPr/>
        </p:nvCxnSpPr>
        <p:spPr>
          <a:xfrm>
            <a:off x="4620578" y="4429126"/>
            <a:ext cx="236220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38" name="shape-527">
            <a:extLst>
              <a:ext uri="{FF2B5EF4-FFF2-40B4-BE49-F238E27FC236}">
                <a16:creationId xmlns:a16="http://schemas.microsoft.com/office/drawing/2014/main" id="{17A7AE15-12AF-4EB7-96CA-1D4EE6E23817}"/>
              </a:ext>
            </a:extLst>
          </p:cNvPr>
          <p:cNvSpPr>
            <a:spLocks noGrp="1"/>
          </p:cNvSpPr>
          <p:nvPr/>
        </p:nvSpPr>
        <p:spPr>
          <a:xfrm>
            <a:off x="2381250" y="3714750"/>
            <a:ext cx="1952625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39" name="shape-528">
            <a:extLst>
              <a:ext uri="{FF2B5EF4-FFF2-40B4-BE49-F238E27FC236}">
                <a16:creationId xmlns:a16="http://schemas.microsoft.com/office/drawing/2014/main" id="{AD5D1F1A-A238-445A-835F-AF51D95EA2C4}"/>
              </a:ext>
            </a:extLst>
          </p:cNvPr>
          <p:cNvSpPr>
            <a:spLocks noGrp="1"/>
          </p:cNvSpPr>
          <p:nvPr/>
        </p:nvSpPr>
        <p:spPr>
          <a:xfrm>
            <a:off x="2476500" y="3790950"/>
            <a:ext cx="17621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DW3×3 + BN</a:t>
            </a:r>
          </a:p>
        </p:txBody>
      </p:sp>
      <p:sp>
        <p:nvSpPr>
          <p:cNvPr id="40" name="shape-529">
            <a:extLst>
              <a:ext uri="{FF2B5EF4-FFF2-40B4-BE49-F238E27FC236}">
                <a16:creationId xmlns:a16="http://schemas.microsoft.com/office/drawing/2014/main" id="{82D35C4B-B8D0-4CCC-B5E8-4072C7DA353E}"/>
              </a:ext>
            </a:extLst>
          </p:cNvPr>
          <p:cNvSpPr>
            <a:spLocks noGrp="1"/>
          </p:cNvSpPr>
          <p:nvPr/>
        </p:nvSpPr>
        <p:spPr>
          <a:xfrm>
            <a:off x="16182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1" name="shape-530">
            <a:extLst>
              <a:ext uri="{FF2B5EF4-FFF2-40B4-BE49-F238E27FC236}">
                <a16:creationId xmlns:a16="http://schemas.microsoft.com/office/drawing/2014/main" id="{619ED460-1F89-4902-A03B-9E79A007CFEE}"/>
              </a:ext>
            </a:extLst>
          </p:cNvPr>
          <p:cNvSpPr>
            <a:spLocks noGrp="1"/>
          </p:cNvSpPr>
          <p:nvPr/>
        </p:nvSpPr>
        <p:spPr>
          <a:xfrm>
            <a:off x="19992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6" name="直接箭头连接符 205"/>
          <p:cNvCxnSpPr>
            <a:stCxn id="40" idx="3"/>
            <a:endCxn id="41" idx="1"/>
          </p:cNvCxnSpPr>
          <p:nvPr/>
        </p:nvCxnSpPr>
        <p:spPr>
          <a:xfrm>
            <a:off x="1620203" y="4429126"/>
            <a:ext cx="379095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43" name="shape-531">
            <a:extLst>
              <a:ext uri="{FF2B5EF4-FFF2-40B4-BE49-F238E27FC236}">
                <a16:creationId xmlns:a16="http://schemas.microsoft.com/office/drawing/2014/main" id="{6A8027A8-4EF6-4B28-896E-E68F2EF010BB}"/>
              </a:ext>
            </a:extLst>
          </p:cNvPr>
          <p:cNvSpPr>
            <a:spLocks noGrp="1"/>
          </p:cNvSpPr>
          <p:nvPr/>
        </p:nvSpPr>
        <p:spPr>
          <a:xfrm>
            <a:off x="19992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4" name="shape-532">
            <a:extLst>
              <a:ext uri="{FF2B5EF4-FFF2-40B4-BE49-F238E27FC236}">
                <a16:creationId xmlns:a16="http://schemas.microsoft.com/office/drawing/2014/main" id="{766E047F-AE0D-4650-9471-D5660CF2D3C7}"/>
              </a:ext>
            </a:extLst>
          </p:cNvPr>
          <p:cNvSpPr>
            <a:spLocks noGrp="1"/>
          </p:cNvSpPr>
          <p:nvPr/>
        </p:nvSpPr>
        <p:spPr>
          <a:xfrm>
            <a:off x="1999298" y="4066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9" name="直接箭头连接符 208"/>
          <p:cNvCxnSpPr>
            <a:stCxn id="43" idx="3"/>
            <a:endCxn id="44" idx="1"/>
          </p:cNvCxnSpPr>
          <p:nvPr/>
        </p:nvCxnSpPr>
        <p:spPr>
          <a:xfrm flipH="1" flipV="1">
            <a:off x="1999298" y="4067176"/>
            <a:ext cx="1905" cy="36195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46" name="shape-533">
            <a:extLst>
              <a:ext uri="{FF2B5EF4-FFF2-40B4-BE49-F238E27FC236}">
                <a16:creationId xmlns:a16="http://schemas.microsoft.com/office/drawing/2014/main" id="{84774DC7-1A3D-4240-89C1-70BE93B98ABB}"/>
              </a:ext>
            </a:extLst>
          </p:cNvPr>
          <p:cNvSpPr>
            <a:spLocks noGrp="1"/>
          </p:cNvSpPr>
          <p:nvPr/>
        </p:nvSpPr>
        <p:spPr>
          <a:xfrm>
            <a:off x="1999298" y="4066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7" name="shape-534">
            <a:extLst>
              <a:ext uri="{FF2B5EF4-FFF2-40B4-BE49-F238E27FC236}">
                <a16:creationId xmlns:a16="http://schemas.microsoft.com/office/drawing/2014/main" id="{1AEBCB4B-D74E-4DA5-8803-55FF3AD2B687}"/>
              </a:ext>
            </a:extLst>
          </p:cNvPr>
          <p:cNvSpPr>
            <a:spLocks noGrp="1"/>
          </p:cNvSpPr>
          <p:nvPr/>
        </p:nvSpPr>
        <p:spPr>
          <a:xfrm>
            <a:off x="2380298" y="4066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2" name="直接箭头连接符 211"/>
          <p:cNvCxnSpPr>
            <a:stCxn id="46" idx="3"/>
            <a:endCxn id="47" idx="1"/>
          </p:cNvCxnSpPr>
          <p:nvPr/>
        </p:nvCxnSpPr>
        <p:spPr>
          <a:xfrm>
            <a:off x="2001203" y="4067176"/>
            <a:ext cx="379095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49" name="shape-535">
            <a:extLst>
              <a:ext uri="{FF2B5EF4-FFF2-40B4-BE49-F238E27FC236}">
                <a16:creationId xmlns:a16="http://schemas.microsoft.com/office/drawing/2014/main" id="{7CCF3F3C-6EC3-4C78-8B3B-F5F12B2268EB}"/>
              </a:ext>
            </a:extLst>
          </p:cNvPr>
          <p:cNvSpPr>
            <a:spLocks noGrp="1"/>
          </p:cNvSpPr>
          <p:nvPr/>
        </p:nvSpPr>
        <p:spPr>
          <a:xfrm>
            <a:off x="4332923" y="4066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0" name="shape-536">
            <a:extLst>
              <a:ext uri="{FF2B5EF4-FFF2-40B4-BE49-F238E27FC236}">
                <a16:creationId xmlns:a16="http://schemas.microsoft.com/office/drawing/2014/main" id="{AEA14487-CEAB-47E6-B02A-3FC82D458F5E}"/>
              </a:ext>
            </a:extLst>
          </p:cNvPr>
          <p:cNvSpPr>
            <a:spLocks noGrp="1"/>
          </p:cNvSpPr>
          <p:nvPr/>
        </p:nvSpPr>
        <p:spPr>
          <a:xfrm>
            <a:off x="4618673" y="4066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5" name="直接箭头连接符 214"/>
          <p:cNvCxnSpPr>
            <a:stCxn id="49" idx="3"/>
            <a:endCxn id="50" idx="1"/>
          </p:cNvCxnSpPr>
          <p:nvPr/>
        </p:nvCxnSpPr>
        <p:spPr>
          <a:xfrm>
            <a:off x="4334828" y="4067176"/>
            <a:ext cx="283845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52" name="shape-537">
            <a:extLst>
              <a:ext uri="{FF2B5EF4-FFF2-40B4-BE49-F238E27FC236}">
                <a16:creationId xmlns:a16="http://schemas.microsoft.com/office/drawing/2014/main" id="{5577AECB-23BE-4AC9-95E3-232157BFBF51}"/>
              </a:ext>
            </a:extLst>
          </p:cNvPr>
          <p:cNvSpPr>
            <a:spLocks noGrp="1"/>
          </p:cNvSpPr>
          <p:nvPr/>
        </p:nvSpPr>
        <p:spPr>
          <a:xfrm>
            <a:off x="4618673" y="4066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3" name="shape-538">
            <a:extLst>
              <a:ext uri="{FF2B5EF4-FFF2-40B4-BE49-F238E27FC236}">
                <a16:creationId xmlns:a16="http://schemas.microsoft.com/office/drawing/2014/main" id="{76A123ED-0118-45E5-9990-A286CFF941A6}"/>
              </a:ext>
            </a:extLst>
          </p:cNvPr>
          <p:cNvSpPr>
            <a:spLocks noGrp="1"/>
          </p:cNvSpPr>
          <p:nvPr/>
        </p:nvSpPr>
        <p:spPr>
          <a:xfrm>
            <a:off x="4618673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8" name="直接箭头连接符 217"/>
          <p:cNvCxnSpPr>
            <a:stCxn id="52" idx="3"/>
            <a:endCxn id="53" idx="1"/>
          </p:cNvCxnSpPr>
          <p:nvPr/>
        </p:nvCxnSpPr>
        <p:spPr>
          <a:xfrm flipH="1">
            <a:off x="4618673" y="4067176"/>
            <a:ext cx="1905" cy="36195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55" name="shape-539">
            <a:extLst>
              <a:ext uri="{FF2B5EF4-FFF2-40B4-BE49-F238E27FC236}">
                <a16:creationId xmlns:a16="http://schemas.microsoft.com/office/drawing/2014/main" id="{93622A6F-42CD-4B5A-9EB8-84455358583C}"/>
              </a:ext>
            </a:extLst>
          </p:cNvPr>
          <p:cNvSpPr>
            <a:spLocks noGrp="1"/>
          </p:cNvSpPr>
          <p:nvPr/>
        </p:nvSpPr>
        <p:spPr>
          <a:xfrm>
            <a:off x="4618673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6" name="shape-540">
            <a:extLst>
              <a:ext uri="{FF2B5EF4-FFF2-40B4-BE49-F238E27FC236}">
                <a16:creationId xmlns:a16="http://schemas.microsoft.com/office/drawing/2014/main" id="{9884BEC1-57EB-4928-863A-F27E3B9426BD}"/>
              </a:ext>
            </a:extLst>
          </p:cNvPr>
          <p:cNvSpPr>
            <a:spLocks noGrp="1"/>
          </p:cNvSpPr>
          <p:nvPr/>
        </p:nvSpPr>
        <p:spPr>
          <a:xfrm>
            <a:off x="48567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21" name="直接箭头连接符 220"/>
          <p:cNvCxnSpPr>
            <a:stCxn id="55" idx="3"/>
            <a:endCxn id="56" idx="1"/>
          </p:cNvCxnSpPr>
          <p:nvPr/>
        </p:nvCxnSpPr>
        <p:spPr>
          <a:xfrm>
            <a:off x="4620578" y="4429126"/>
            <a:ext cx="236220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58" name="shape-541">
            <a:extLst>
              <a:ext uri="{FF2B5EF4-FFF2-40B4-BE49-F238E27FC236}">
                <a16:creationId xmlns:a16="http://schemas.microsoft.com/office/drawing/2014/main" id="{B0350977-F1D6-40E9-AB25-FF20E274DF98}"/>
              </a:ext>
            </a:extLst>
          </p:cNvPr>
          <p:cNvSpPr>
            <a:spLocks noGrp="1"/>
          </p:cNvSpPr>
          <p:nvPr/>
        </p:nvSpPr>
        <p:spPr>
          <a:xfrm>
            <a:off x="2381250" y="4838700"/>
            <a:ext cx="1952625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59" name="shape-542">
            <a:extLst>
              <a:ext uri="{FF2B5EF4-FFF2-40B4-BE49-F238E27FC236}">
                <a16:creationId xmlns:a16="http://schemas.microsoft.com/office/drawing/2014/main" id="{E5F6B293-EF81-4A29-BE0B-A12EFF718DE5}"/>
              </a:ext>
            </a:extLst>
          </p:cNvPr>
          <p:cNvSpPr>
            <a:spLocks noGrp="1"/>
          </p:cNvSpPr>
          <p:nvPr/>
        </p:nvSpPr>
        <p:spPr>
          <a:xfrm>
            <a:off x="2476500" y="4914900"/>
            <a:ext cx="17621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DW1×1 + BN</a:t>
            </a:r>
          </a:p>
        </p:txBody>
      </p:sp>
      <p:sp>
        <p:nvSpPr>
          <p:cNvPr id="60" name="shape-543">
            <a:extLst>
              <a:ext uri="{FF2B5EF4-FFF2-40B4-BE49-F238E27FC236}">
                <a16:creationId xmlns:a16="http://schemas.microsoft.com/office/drawing/2014/main" id="{383744C6-1CE8-44E2-AE04-412FBC5E56CB}"/>
              </a:ext>
            </a:extLst>
          </p:cNvPr>
          <p:cNvSpPr>
            <a:spLocks noGrp="1"/>
          </p:cNvSpPr>
          <p:nvPr/>
        </p:nvSpPr>
        <p:spPr>
          <a:xfrm>
            <a:off x="16182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1" name="shape-544">
            <a:extLst>
              <a:ext uri="{FF2B5EF4-FFF2-40B4-BE49-F238E27FC236}">
                <a16:creationId xmlns:a16="http://schemas.microsoft.com/office/drawing/2014/main" id="{91630656-84EB-49CE-A7EA-5D1DD4BA3F73}"/>
              </a:ext>
            </a:extLst>
          </p:cNvPr>
          <p:cNvSpPr>
            <a:spLocks noGrp="1"/>
          </p:cNvSpPr>
          <p:nvPr/>
        </p:nvSpPr>
        <p:spPr>
          <a:xfrm>
            <a:off x="19992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26" name="直接箭头连接符 225"/>
          <p:cNvCxnSpPr>
            <a:stCxn id="60" idx="3"/>
            <a:endCxn id="61" idx="1"/>
          </p:cNvCxnSpPr>
          <p:nvPr/>
        </p:nvCxnSpPr>
        <p:spPr>
          <a:xfrm>
            <a:off x="1620203" y="4429126"/>
            <a:ext cx="379095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63" name="shape-545">
            <a:extLst>
              <a:ext uri="{FF2B5EF4-FFF2-40B4-BE49-F238E27FC236}">
                <a16:creationId xmlns:a16="http://schemas.microsoft.com/office/drawing/2014/main" id="{570DA300-16AE-40D1-8443-9A4572CD1C6E}"/>
              </a:ext>
            </a:extLst>
          </p:cNvPr>
          <p:cNvSpPr>
            <a:spLocks noGrp="1"/>
          </p:cNvSpPr>
          <p:nvPr/>
        </p:nvSpPr>
        <p:spPr>
          <a:xfrm>
            <a:off x="19992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4" name="shape-546">
            <a:extLst>
              <a:ext uri="{FF2B5EF4-FFF2-40B4-BE49-F238E27FC236}">
                <a16:creationId xmlns:a16="http://schemas.microsoft.com/office/drawing/2014/main" id="{B4BB72AE-469B-43FD-8A52-E988F7467CF0}"/>
              </a:ext>
            </a:extLst>
          </p:cNvPr>
          <p:cNvSpPr>
            <a:spLocks noGrp="1"/>
          </p:cNvSpPr>
          <p:nvPr/>
        </p:nvSpPr>
        <p:spPr>
          <a:xfrm>
            <a:off x="1999298" y="5190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29" name="直接箭头连接符 228"/>
          <p:cNvCxnSpPr>
            <a:stCxn id="63" idx="3"/>
            <a:endCxn id="64" idx="1"/>
          </p:cNvCxnSpPr>
          <p:nvPr/>
        </p:nvCxnSpPr>
        <p:spPr>
          <a:xfrm flipH="1">
            <a:off x="1999298" y="4429126"/>
            <a:ext cx="1905" cy="76200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66" name="shape-547">
            <a:extLst>
              <a:ext uri="{FF2B5EF4-FFF2-40B4-BE49-F238E27FC236}">
                <a16:creationId xmlns:a16="http://schemas.microsoft.com/office/drawing/2014/main" id="{441399F5-F56F-4C49-874B-017E0030F53B}"/>
              </a:ext>
            </a:extLst>
          </p:cNvPr>
          <p:cNvSpPr>
            <a:spLocks noGrp="1"/>
          </p:cNvSpPr>
          <p:nvPr/>
        </p:nvSpPr>
        <p:spPr>
          <a:xfrm>
            <a:off x="1999298" y="5190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7" name="shape-548">
            <a:extLst>
              <a:ext uri="{FF2B5EF4-FFF2-40B4-BE49-F238E27FC236}">
                <a16:creationId xmlns:a16="http://schemas.microsoft.com/office/drawing/2014/main" id="{FD2043E3-2B02-4962-857D-A8F2370642EF}"/>
              </a:ext>
            </a:extLst>
          </p:cNvPr>
          <p:cNvSpPr>
            <a:spLocks noGrp="1"/>
          </p:cNvSpPr>
          <p:nvPr/>
        </p:nvSpPr>
        <p:spPr>
          <a:xfrm>
            <a:off x="2380298" y="5190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2" name="直接箭头连接符 231"/>
          <p:cNvCxnSpPr>
            <a:stCxn id="66" idx="3"/>
            <a:endCxn id="67" idx="1"/>
          </p:cNvCxnSpPr>
          <p:nvPr/>
        </p:nvCxnSpPr>
        <p:spPr>
          <a:xfrm>
            <a:off x="2001203" y="5191126"/>
            <a:ext cx="379095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69" name="shape-549">
            <a:extLst>
              <a:ext uri="{FF2B5EF4-FFF2-40B4-BE49-F238E27FC236}">
                <a16:creationId xmlns:a16="http://schemas.microsoft.com/office/drawing/2014/main" id="{FA1F2622-9511-4100-AA60-AE114DF26F55}"/>
              </a:ext>
            </a:extLst>
          </p:cNvPr>
          <p:cNvSpPr>
            <a:spLocks noGrp="1"/>
          </p:cNvSpPr>
          <p:nvPr/>
        </p:nvSpPr>
        <p:spPr>
          <a:xfrm>
            <a:off x="4332923" y="5190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0" name="shape-550">
            <a:extLst>
              <a:ext uri="{FF2B5EF4-FFF2-40B4-BE49-F238E27FC236}">
                <a16:creationId xmlns:a16="http://schemas.microsoft.com/office/drawing/2014/main" id="{F797331D-5266-45F2-BAC1-B0ACFEAA3429}"/>
              </a:ext>
            </a:extLst>
          </p:cNvPr>
          <p:cNvSpPr>
            <a:spLocks noGrp="1"/>
          </p:cNvSpPr>
          <p:nvPr/>
        </p:nvSpPr>
        <p:spPr>
          <a:xfrm>
            <a:off x="4618673" y="5190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5" name="直接箭头连接符 234"/>
          <p:cNvCxnSpPr>
            <a:stCxn id="69" idx="3"/>
            <a:endCxn id="70" idx="1"/>
          </p:cNvCxnSpPr>
          <p:nvPr/>
        </p:nvCxnSpPr>
        <p:spPr>
          <a:xfrm>
            <a:off x="4334828" y="5191126"/>
            <a:ext cx="283845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72" name="shape-551">
            <a:extLst>
              <a:ext uri="{FF2B5EF4-FFF2-40B4-BE49-F238E27FC236}">
                <a16:creationId xmlns:a16="http://schemas.microsoft.com/office/drawing/2014/main" id="{B457380E-4937-4F0F-BD32-C4E52F1C0C2F}"/>
              </a:ext>
            </a:extLst>
          </p:cNvPr>
          <p:cNvSpPr>
            <a:spLocks noGrp="1"/>
          </p:cNvSpPr>
          <p:nvPr/>
        </p:nvSpPr>
        <p:spPr>
          <a:xfrm>
            <a:off x="4618673" y="5190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3" name="shape-552">
            <a:extLst>
              <a:ext uri="{FF2B5EF4-FFF2-40B4-BE49-F238E27FC236}">
                <a16:creationId xmlns:a16="http://schemas.microsoft.com/office/drawing/2014/main" id="{C7FD8CB9-482B-4848-B3B7-C0BCEDA9E633}"/>
              </a:ext>
            </a:extLst>
          </p:cNvPr>
          <p:cNvSpPr>
            <a:spLocks noGrp="1"/>
          </p:cNvSpPr>
          <p:nvPr/>
        </p:nvSpPr>
        <p:spPr>
          <a:xfrm>
            <a:off x="4618673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8" name="直接箭头连接符 237"/>
          <p:cNvCxnSpPr>
            <a:stCxn id="72" idx="3"/>
            <a:endCxn id="73" idx="1"/>
          </p:cNvCxnSpPr>
          <p:nvPr/>
        </p:nvCxnSpPr>
        <p:spPr>
          <a:xfrm flipH="1" flipV="1">
            <a:off x="4618673" y="4429126"/>
            <a:ext cx="1905" cy="76200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75" name="shape-553">
            <a:extLst>
              <a:ext uri="{FF2B5EF4-FFF2-40B4-BE49-F238E27FC236}">
                <a16:creationId xmlns:a16="http://schemas.microsoft.com/office/drawing/2014/main" id="{9EA8F6D2-B63A-46D0-9215-105FE689EB10}"/>
              </a:ext>
            </a:extLst>
          </p:cNvPr>
          <p:cNvSpPr>
            <a:spLocks noGrp="1"/>
          </p:cNvSpPr>
          <p:nvPr/>
        </p:nvSpPr>
        <p:spPr>
          <a:xfrm>
            <a:off x="4618673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6" name="shape-554">
            <a:extLst>
              <a:ext uri="{FF2B5EF4-FFF2-40B4-BE49-F238E27FC236}">
                <a16:creationId xmlns:a16="http://schemas.microsoft.com/office/drawing/2014/main" id="{12992F43-C476-4D02-92E2-643BA0A88E52}"/>
              </a:ext>
            </a:extLst>
          </p:cNvPr>
          <p:cNvSpPr>
            <a:spLocks noGrp="1"/>
          </p:cNvSpPr>
          <p:nvPr/>
        </p:nvSpPr>
        <p:spPr>
          <a:xfrm>
            <a:off x="48567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1" name="直接箭头连接符 240"/>
          <p:cNvCxnSpPr>
            <a:stCxn id="75" idx="3"/>
            <a:endCxn id="76" idx="1"/>
          </p:cNvCxnSpPr>
          <p:nvPr/>
        </p:nvCxnSpPr>
        <p:spPr>
          <a:xfrm>
            <a:off x="4620578" y="4429126"/>
            <a:ext cx="236220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78" name="shape-555">
            <a:extLst>
              <a:ext uri="{FF2B5EF4-FFF2-40B4-BE49-F238E27FC236}">
                <a16:creationId xmlns:a16="http://schemas.microsoft.com/office/drawing/2014/main" id="{FD6FA2BE-6616-4B9A-82BD-249E636CBECD}"/>
              </a:ext>
            </a:extLst>
          </p:cNvPr>
          <p:cNvSpPr>
            <a:spLocks noGrp="1"/>
          </p:cNvSpPr>
          <p:nvPr/>
        </p:nvSpPr>
        <p:spPr>
          <a:xfrm>
            <a:off x="2381250" y="5962650"/>
            <a:ext cx="1952625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79" name="shape-556">
            <a:extLst>
              <a:ext uri="{FF2B5EF4-FFF2-40B4-BE49-F238E27FC236}">
                <a16:creationId xmlns:a16="http://schemas.microsoft.com/office/drawing/2014/main" id="{1E27E2F5-ED1A-4C33-8B02-459CE57A00A3}"/>
              </a:ext>
            </a:extLst>
          </p:cNvPr>
          <p:cNvSpPr>
            <a:spLocks noGrp="1"/>
          </p:cNvSpPr>
          <p:nvPr/>
        </p:nvSpPr>
        <p:spPr>
          <a:xfrm>
            <a:off x="2476500" y="6038850"/>
            <a:ext cx="17621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Identity + BN</a:t>
            </a:r>
          </a:p>
        </p:txBody>
      </p:sp>
      <p:sp>
        <p:nvSpPr>
          <p:cNvPr id="80" name="shape-557">
            <a:extLst>
              <a:ext uri="{FF2B5EF4-FFF2-40B4-BE49-F238E27FC236}">
                <a16:creationId xmlns:a16="http://schemas.microsoft.com/office/drawing/2014/main" id="{19B30E59-28C2-4B2C-BC48-A3BB1450AADC}"/>
              </a:ext>
            </a:extLst>
          </p:cNvPr>
          <p:cNvSpPr>
            <a:spLocks noGrp="1"/>
          </p:cNvSpPr>
          <p:nvPr/>
        </p:nvSpPr>
        <p:spPr>
          <a:xfrm>
            <a:off x="16182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1" name="shape-558">
            <a:extLst>
              <a:ext uri="{FF2B5EF4-FFF2-40B4-BE49-F238E27FC236}">
                <a16:creationId xmlns:a16="http://schemas.microsoft.com/office/drawing/2014/main" id="{60EFC87F-ED05-4C3A-9D0F-B6BCB0C38318}"/>
              </a:ext>
            </a:extLst>
          </p:cNvPr>
          <p:cNvSpPr>
            <a:spLocks noGrp="1"/>
          </p:cNvSpPr>
          <p:nvPr/>
        </p:nvSpPr>
        <p:spPr>
          <a:xfrm>
            <a:off x="19992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6" name="直接箭头连接符 245"/>
          <p:cNvCxnSpPr>
            <a:stCxn id="80" idx="3"/>
            <a:endCxn id="81" idx="1"/>
          </p:cNvCxnSpPr>
          <p:nvPr/>
        </p:nvCxnSpPr>
        <p:spPr>
          <a:xfrm>
            <a:off x="1620203" y="4429126"/>
            <a:ext cx="379095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83" name="shape-559">
            <a:extLst>
              <a:ext uri="{FF2B5EF4-FFF2-40B4-BE49-F238E27FC236}">
                <a16:creationId xmlns:a16="http://schemas.microsoft.com/office/drawing/2014/main" id="{7554EEC7-2AEF-4C33-826C-584EF264A150}"/>
              </a:ext>
            </a:extLst>
          </p:cNvPr>
          <p:cNvSpPr>
            <a:spLocks noGrp="1"/>
          </p:cNvSpPr>
          <p:nvPr/>
        </p:nvSpPr>
        <p:spPr>
          <a:xfrm>
            <a:off x="19992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4" name="shape-560">
            <a:extLst>
              <a:ext uri="{FF2B5EF4-FFF2-40B4-BE49-F238E27FC236}">
                <a16:creationId xmlns:a16="http://schemas.microsoft.com/office/drawing/2014/main" id="{B017B573-7C9E-4E80-B9FB-B30D6B0A4A90}"/>
              </a:ext>
            </a:extLst>
          </p:cNvPr>
          <p:cNvSpPr>
            <a:spLocks noGrp="1"/>
          </p:cNvSpPr>
          <p:nvPr/>
        </p:nvSpPr>
        <p:spPr>
          <a:xfrm>
            <a:off x="1999298" y="6314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9" name="直接箭头连接符 248"/>
          <p:cNvCxnSpPr>
            <a:stCxn id="83" idx="3"/>
            <a:endCxn id="84" idx="1"/>
          </p:cNvCxnSpPr>
          <p:nvPr/>
        </p:nvCxnSpPr>
        <p:spPr>
          <a:xfrm flipH="1">
            <a:off x="1999298" y="4429126"/>
            <a:ext cx="1905" cy="188595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86" name="shape-561">
            <a:extLst>
              <a:ext uri="{FF2B5EF4-FFF2-40B4-BE49-F238E27FC236}">
                <a16:creationId xmlns:a16="http://schemas.microsoft.com/office/drawing/2014/main" id="{DCD33E1A-324B-49C4-AD2A-67A197F570AE}"/>
              </a:ext>
            </a:extLst>
          </p:cNvPr>
          <p:cNvSpPr>
            <a:spLocks noGrp="1"/>
          </p:cNvSpPr>
          <p:nvPr/>
        </p:nvSpPr>
        <p:spPr>
          <a:xfrm>
            <a:off x="1999298" y="6314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7" name="shape-562">
            <a:extLst>
              <a:ext uri="{FF2B5EF4-FFF2-40B4-BE49-F238E27FC236}">
                <a16:creationId xmlns:a16="http://schemas.microsoft.com/office/drawing/2014/main" id="{9187BCC4-85F0-43E3-BD79-6833EF0DBCC2}"/>
              </a:ext>
            </a:extLst>
          </p:cNvPr>
          <p:cNvSpPr>
            <a:spLocks noGrp="1"/>
          </p:cNvSpPr>
          <p:nvPr/>
        </p:nvSpPr>
        <p:spPr>
          <a:xfrm>
            <a:off x="2380298" y="6314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2" name="直接箭头连接符 251"/>
          <p:cNvCxnSpPr>
            <a:stCxn id="86" idx="3"/>
            <a:endCxn id="87" idx="1"/>
          </p:cNvCxnSpPr>
          <p:nvPr/>
        </p:nvCxnSpPr>
        <p:spPr>
          <a:xfrm>
            <a:off x="2001203" y="6315076"/>
            <a:ext cx="379095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89" name="shape-563">
            <a:extLst>
              <a:ext uri="{FF2B5EF4-FFF2-40B4-BE49-F238E27FC236}">
                <a16:creationId xmlns:a16="http://schemas.microsoft.com/office/drawing/2014/main" id="{504D5899-3F71-4378-BB9D-E20A5938DC1A}"/>
              </a:ext>
            </a:extLst>
          </p:cNvPr>
          <p:cNvSpPr>
            <a:spLocks noGrp="1"/>
          </p:cNvSpPr>
          <p:nvPr/>
        </p:nvSpPr>
        <p:spPr>
          <a:xfrm>
            <a:off x="4332923" y="6314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0" name="shape-564">
            <a:extLst>
              <a:ext uri="{FF2B5EF4-FFF2-40B4-BE49-F238E27FC236}">
                <a16:creationId xmlns:a16="http://schemas.microsoft.com/office/drawing/2014/main" id="{94370A14-B356-4D87-97F1-A94D35F8892F}"/>
              </a:ext>
            </a:extLst>
          </p:cNvPr>
          <p:cNvSpPr>
            <a:spLocks noGrp="1"/>
          </p:cNvSpPr>
          <p:nvPr/>
        </p:nvSpPr>
        <p:spPr>
          <a:xfrm>
            <a:off x="4618673" y="6314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5" name="直接箭头连接符 254"/>
          <p:cNvCxnSpPr>
            <a:stCxn id="89" idx="3"/>
            <a:endCxn id="90" idx="1"/>
          </p:cNvCxnSpPr>
          <p:nvPr/>
        </p:nvCxnSpPr>
        <p:spPr>
          <a:xfrm>
            <a:off x="4334828" y="6315076"/>
            <a:ext cx="283845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92" name="shape-565">
            <a:extLst>
              <a:ext uri="{FF2B5EF4-FFF2-40B4-BE49-F238E27FC236}">
                <a16:creationId xmlns:a16="http://schemas.microsoft.com/office/drawing/2014/main" id="{38A83B9B-4857-45E3-98A0-C90F80AFAF7E}"/>
              </a:ext>
            </a:extLst>
          </p:cNvPr>
          <p:cNvSpPr>
            <a:spLocks noGrp="1"/>
          </p:cNvSpPr>
          <p:nvPr/>
        </p:nvSpPr>
        <p:spPr>
          <a:xfrm>
            <a:off x="4618673" y="63141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3" name="shape-566">
            <a:extLst>
              <a:ext uri="{FF2B5EF4-FFF2-40B4-BE49-F238E27FC236}">
                <a16:creationId xmlns:a16="http://schemas.microsoft.com/office/drawing/2014/main" id="{74FBA9C2-04A4-4835-93D2-2792B6AC7C11}"/>
              </a:ext>
            </a:extLst>
          </p:cNvPr>
          <p:cNvSpPr>
            <a:spLocks noGrp="1"/>
          </p:cNvSpPr>
          <p:nvPr/>
        </p:nvSpPr>
        <p:spPr>
          <a:xfrm>
            <a:off x="4618673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8" name="直接箭头连接符 257"/>
          <p:cNvCxnSpPr>
            <a:stCxn id="92" idx="3"/>
            <a:endCxn id="93" idx="1"/>
          </p:cNvCxnSpPr>
          <p:nvPr/>
        </p:nvCxnSpPr>
        <p:spPr>
          <a:xfrm flipH="1" flipV="1">
            <a:off x="4618673" y="4429126"/>
            <a:ext cx="1905" cy="188595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95" name="shape-567">
            <a:extLst>
              <a:ext uri="{FF2B5EF4-FFF2-40B4-BE49-F238E27FC236}">
                <a16:creationId xmlns:a16="http://schemas.microsoft.com/office/drawing/2014/main" id="{1EF34DD7-EDB8-4009-B46D-8F2C8D0D786D}"/>
              </a:ext>
            </a:extLst>
          </p:cNvPr>
          <p:cNvSpPr>
            <a:spLocks noGrp="1"/>
          </p:cNvSpPr>
          <p:nvPr/>
        </p:nvSpPr>
        <p:spPr>
          <a:xfrm>
            <a:off x="4618673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6" name="shape-568">
            <a:extLst>
              <a:ext uri="{FF2B5EF4-FFF2-40B4-BE49-F238E27FC236}">
                <a16:creationId xmlns:a16="http://schemas.microsoft.com/office/drawing/2014/main" id="{B845AEF0-3933-423D-A313-4A0CAC401CBC}"/>
              </a:ext>
            </a:extLst>
          </p:cNvPr>
          <p:cNvSpPr>
            <a:spLocks noGrp="1"/>
          </p:cNvSpPr>
          <p:nvPr/>
        </p:nvSpPr>
        <p:spPr>
          <a:xfrm>
            <a:off x="48567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1" name="直接箭头连接符 260"/>
          <p:cNvCxnSpPr>
            <a:stCxn id="95" idx="3"/>
            <a:endCxn id="96" idx="1"/>
          </p:cNvCxnSpPr>
          <p:nvPr/>
        </p:nvCxnSpPr>
        <p:spPr>
          <a:xfrm>
            <a:off x="4620578" y="4429126"/>
            <a:ext cx="236220" cy="0"/>
          </a:xfrm>
          <a:prstGeom prst="straightConnector1">
            <a:avLst/>
          </a:prstGeom>
          <a:ln w="20003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98" name="椭圆 97">
            <a:extLst>
              <a:ext uri="{FF2B5EF4-FFF2-40B4-BE49-F238E27FC236}">
                <a16:creationId xmlns:a16="http://schemas.microsoft.com/office/drawing/2014/main" id="{361FE693-16ED-40EA-A626-3A638674A4B6}"/>
              </a:ext>
            </a:extLst>
          </p:cNvPr>
          <p:cNvSpPr>
            <a:spLocks noGrp="1"/>
          </p:cNvSpPr>
          <p:nvPr/>
        </p:nvSpPr>
        <p:spPr>
          <a:xfrm>
            <a:off x="4857750" y="4219575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358AD"/>
            </a:solidFill>
          </a:ln>
        </p:spPr>
      </p:sp>
      <p:sp>
        <p:nvSpPr>
          <p:cNvPr id="99" name="shape-569">
            <a:extLst>
              <a:ext uri="{FF2B5EF4-FFF2-40B4-BE49-F238E27FC236}">
                <a16:creationId xmlns:a16="http://schemas.microsoft.com/office/drawing/2014/main" id="{D7A73617-8D3C-449C-BCD8-622EB1BB8120}"/>
              </a:ext>
            </a:extLst>
          </p:cNvPr>
          <p:cNvSpPr>
            <a:spLocks noGrp="1"/>
          </p:cNvSpPr>
          <p:nvPr/>
        </p:nvSpPr>
        <p:spPr>
          <a:xfrm>
            <a:off x="4857750" y="42195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+</a:t>
            </a:r>
          </a:p>
        </p:txBody>
      </p:sp>
      <p:sp>
        <p:nvSpPr>
          <p:cNvPr id="100" name="shape-570">
            <a:extLst>
              <a:ext uri="{FF2B5EF4-FFF2-40B4-BE49-F238E27FC236}">
                <a16:creationId xmlns:a16="http://schemas.microsoft.com/office/drawing/2014/main" id="{1E23A36C-62C3-46AD-AD5B-A60738B821CB}"/>
              </a:ext>
            </a:extLst>
          </p:cNvPr>
          <p:cNvSpPr>
            <a:spLocks noGrp="1"/>
          </p:cNvSpPr>
          <p:nvPr/>
        </p:nvSpPr>
        <p:spPr>
          <a:xfrm>
            <a:off x="5715000" y="4048125"/>
            <a:ext cx="1381125" cy="762000"/>
          </a:xfrm>
          <a:prstGeom prst="roundRect">
            <a:avLst>
              <a:gd name="adj" fmla="val 8750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01" name="shape-571">
            <a:extLst>
              <a:ext uri="{FF2B5EF4-FFF2-40B4-BE49-F238E27FC236}">
                <a16:creationId xmlns:a16="http://schemas.microsoft.com/office/drawing/2014/main" id="{4F8AA064-BD5B-43BD-8C98-78FEFB234019}"/>
              </a:ext>
            </a:extLst>
          </p:cNvPr>
          <p:cNvSpPr>
            <a:spLocks noGrp="1"/>
          </p:cNvSpPr>
          <p:nvPr/>
        </p:nvSpPr>
        <p:spPr>
          <a:xfrm>
            <a:off x="5810250" y="4124325"/>
            <a:ext cx="11906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GELU</a:t>
            </a:r>
          </a:p>
        </p:txBody>
      </p:sp>
      <p:sp>
        <p:nvSpPr>
          <p:cNvPr id="102" name="shape-572">
            <a:extLst>
              <a:ext uri="{FF2B5EF4-FFF2-40B4-BE49-F238E27FC236}">
                <a16:creationId xmlns:a16="http://schemas.microsoft.com/office/drawing/2014/main" id="{3E6C094D-BD92-49A6-863A-EB4E04E87CE5}"/>
              </a:ext>
            </a:extLst>
          </p:cNvPr>
          <p:cNvSpPr>
            <a:spLocks noGrp="1"/>
          </p:cNvSpPr>
          <p:nvPr/>
        </p:nvSpPr>
        <p:spPr>
          <a:xfrm>
            <a:off x="7524750" y="4000500"/>
            <a:ext cx="1762125" cy="857250"/>
          </a:xfrm>
          <a:prstGeom prst="roundRect">
            <a:avLst>
              <a:gd name="adj" fmla="val 7778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03" name="shape-573">
            <a:extLst>
              <a:ext uri="{FF2B5EF4-FFF2-40B4-BE49-F238E27FC236}">
                <a16:creationId xmlns:a16="http://schemas.microsoft.com/office/drawing/2014/main" id="{D3EAA229-1AF8-4F43-B6A0-469681E8BD78}"/>
              </a:ext>
            </a:extLst>
          </p:cNvPr>
          <p:cNvSpPr>
            <a:spLocks noGrp="1"/>
          </p:cNvSpPr>
          <p:nvPr/>
        </p:nvSpPr>
        <p:spPr>
          <a:xfrm>
            <a:off x="7620000" y="4076700"/>
            <a:ext cx="157162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PW1×1 + BN</a:t>
            </a:r>
          </a:p>
        </p:txBody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661ACE49-CFB8-4A9D-9497-ED580E759E08}"/>
              </a:ext>
            </a:extLst>
          </p:cNvPr>
          <p:cNvSpPr>
            <a:spLocks noGrp="1"/>
          </p:cNvSpPr>
          <p:nvPr/>
        </p:nvSpPr>
        <p:spPr>
          <a:xfrm>
            <a:off x="9686925" y="421005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358AD"/>
            </a:solidFill>
          </a:ln>
        </p:spPr>
      </p:sp>
      <p:sp>
        <p:nvSpPr>
          <p:cNvPr id="105" name="shape-574">
            <a:extLst>
              <a:ext uri="{FF2B5EF4-FFF2-40B4-BE49-F238E27FC236}">
                <a16:creationId xmlns:a16="http://schemas.microsoft.com/office/drawing/2014/main" id="{5BA018AB-0AD9-4EEF-9F20-2E9DB72E7FAE}"/>
              </a:ext>
            </a:extLst>
          </p:cNvPr>
          <p:cNvSpPr>
            <a:spLocks noGrp="1"/>
          </p:cNvSpPr>
          <p:nvPr/>
        </p:nvSpPr>
        <p:spPr>
          <a:xfrm>
            <a:off x="9686925" y="42100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+</a:t>
            </a:r>
          </a:p>
        </p:txBody>
      </p:sp>
      <p:sp>
        <p:nvSpPr>
          <p:cNvPr id="106" name="shape-575">
            <a:extLst>
              <a:ext uri="{FF2B5EF4-FFF2-40B4-BE49-F238E27FC236}">
                <a16:creationId xmlns:a16="http://schemas.microsoft.com/office/drawing/2014/main" id="{86ECCE9A-A48B-4AC9-A158-55CA332FF598}"/>
              </a:ext>
            </a:extLst>
          </p:cNvPr>
          <p:cNvSpPr>
            <a:spLocks noGrp="1"/>
          </p:cNvSpPr>
          <p:nvPr/>
        </p:nvSpPr>
        <p:spPr>
          <a:xfrm>
            <a:off x="52758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7" name="shape-576">
            <a:extLst>
              <a:ext uri="{FF2B5EF4-FFF2-40B4-BE49-F238E27FC236}">
                <a16:creationId xmlns:a16="http://schemas.microsoft.com/office/drawing/2014/main" id="{F8CA372F-1407-45EB-835A-706E07369751}"/>
              </a:ext>
            </a:extLst>
          </p:cNvPr>
          <p:cNvSpPr>
            <a:spLocks noGrp="1"/>
          </p:cNvSpPr>
          <p:nvPr/>
        </p:nvSpPr>
        <p:spPr>
          <a:xfrm>
            <a:off x="571404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72" name="直接箭头连接符 271"/>
          <p:cNvCxnSpPr>
            <a:stCxn id="106" idx="3"/>
            <a:endCxn id="107" idx="1"/>
          </p:cNvCxnSpPr>
          <p:nvPr/>
        </p:nvCxnSpPr>
        <p:spPr>
          <a:xfrm>
            <a:off x="5277803" y="4429126"/>
            <a:ext cx="436245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09" name="shape-577">
            <a:extLst>
              <a:ext uri="{FF2B5EF4-FFF2-40B4-BE49-F238E27FC236}">
                <a16:creationId xmlns:a16="http://schemas.microsoft.com/office/drawing/2014/main" id="{1ED1B332-3DDE-41B9-AAEC-DBF09DD99872}"/>
              </a:ext>
            </a:extLst>
          </p:cNvPr>
          <p:cNvSpPr>
            <a:spLocks noGrp="1"/>
          </p:cNvSpPr>
          <p:nvPr/>
        </p:nvSpPr>
        <p:spPr>
          <a:xfrm>
            <a:off x="7095173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0" name="shape-578">
            <a:extLst>
              <a:ext uri="{FF2B5EF4-FFF2-40B4-BE49-F238E27FC236}">
                <a16:creationId xmlns:a16="http://schemas.microsoft.com/office/drawing/2014/main" id="{3DB90B73-084C-4648-BD79-A35EA7787682}"/>
              </a:ext>
            </a:extLst>
          </p:cNvPr>
          <p:cNvSpPr>
            <a:spLocks noGrp="1"/>
          </p:cNvSpPr>
          <p:nvPr/>
        </p:nvSpPr>
        <p:spPr>
          <a:xfrm>
            <a:off x="752379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75" name="直接箭头连接符 274"/>
          <p:cNvCxnSpPr>
            <a:stCxn id="109" idx="3"/>
            <a:endCxn id="110" idx="1"/>
          </p:cNvCxnSpPr>
          <p:nvPr/>
        </p:nvCxnSpPr>
        <p:spPr>
          <a:xfrm>
            <a:off x="7097078" y="4429126"/>
            <a:ext cx="42672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12" name="shape-579">
            <a:extLst>
              <a:ext uri="{FF2B5EF4-FFF2-40B4-BE49-F238E27FC236}">
                <a16:creationId xmlns:a16="http://schemas.microsoft.com/office/drawing/2014/main" id="{11DA740C-D53F-4AF4-B79E-77ED736DFB8A}"/>
              </a:ext>
            </a:extLst>
          </p:cNvPr>
          <p:cNvSpPr>
            <a:spLocks noGrp="1"/>
          </p:cNvSpPr>
          <p:nvPr/>
        </p:nvSpPr>
        <p:spPr>
          <a:xfrm>
            <a:off x="9285923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3" name="shape-580">
            <a:extLst>
              <a:ext uri="{FF2B5EF4-FFF2-40B4-BE49-F238E27FC236}">
                <a16:creationId xmlns:a16="http://schemas.microsoft.com/office/drawing/2014/main" id="{16E98065-9905-449C-818C-4AFE77D25CF6}"/>
              </a:ext>
            </a:extLst>
          </p:cNvPr>
          <p:cNvSpPr>
            <a:spLocks noGrp="1"/>
          </p:cNvSpPr>
          <p:nvPr/>
        </p:nvSpPr>
        <p:spPr>
          <a:xfrm>
            <a:off x="9685973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78" name="直接箭头连接符 277"/>
          <p:cNvCxnSpPr>
            <a:stCxn id="112" idx="3"/>
            <a:endCxn id="113" idx="1"/>
          </p:cNvCxnSpPr>
          <p:nvPr/>
        </p:nvCxnSpPr>
        <p:spPr>
          <a:xfrm>
            <a:off x="9287828" y="4429126"/>
            <a:ext cx="398145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15" name="shape-581">
            <a:extLst>
              <a:ext uri="{FF2B5EF4-FFF2-40B4-BE49-F238E27FC236}">
                <a16:creationId xmlns:a16="http://schemas.microsoft.com/office/drawing/2014/main" id="{83DFAD77-36C4-4C1B-8DE5-F63F05FA81FD}"/>
              </a:ext>
            </a:extLst>
          </p:cNvPr>
          <p:cNvSpPr>
            <a:spLocks noGrp="1"/>
          </p:cNvSpPr>
          <p:nvPr/>
        </p:nvSpPr>
        <p:spPr>
          <a:xfrm>
            <a:off x="10124123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6" name="shape-582">
            <a:extLst>
              <a:ext uri="{FF2B5EF4-FFF2-40B4-BE49-F238E27FC236}">
                <a16:creationId xmlns:a16="http://schemas.microsoft.com/office/drawing/2014/main" id="{F8F2E1FD-6DBE-4BA9-814C-328742DE7936}"/>
              </a:ext>
            </a:extLst>
          </p:cNvPr>
          <p:cNvSpPr>
            <a:spLocks noGrp="1"/>
          </p:cNvSpPr>
          <p:nvPr/>
        </p:nvSpPr>
        <p:spPr>
          <a:xfrm>
            <a:off x="10476548" y="4428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81" name="直接箭头连接符 280"/>
          <p:cNvCxnSpPr>
            <a:stCxn id="115" idx="3"/>
            <a:endCxn id="116" idx="1"/>
          </p:cNvCxnSpPr>
          <p:nvPr/>
        </p:nvCxnSpPr>
        <p:spPr>
          <a:xfrm>
            <a:off x="10126028" y="4429126"/>
            <a:ext cx="35052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18" name="shape-583">
            <a:extLst>
              <a:ext uri="{FF2B5EF4-FFF2-40B4-BE49-F238E27FC236}">
                <a16:creationId xmlns:a16="http://schemas.microsoft.com/office/drawing/2014/main" id="{1B967096-4307-431B-A4A3-56F93EBCB4A3}"/>
              </a:ext>
            </a:extLst>
          </p:cNvPr>
          <p:cNvSpPr>
            <a:spLocks noGrp="1"/>
          </p:cNvSpPr>
          <p:nvPr/>
        </p:nvSpPr>
        <p:spPr>
          <a:xfrm>
            <a:off x="10001250" y="469582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y</a:t>
            </a:r>
          </a:p>
        </p:txBody>
      </p:sp>
      <p:sp>
        <p:nvSpPr>
          <p:cNvPr id="119" name="shape-584">
            <a:extLst>
              <a:ext uri="{FF2B5EF4-FFF2-40B4-BE49-F238E27FC236}">
                <a16:creationId xmlns:a16="http://schemas.microsoft.com/office/drawing/2014/main" id="{DB9ABC7C-4617-41BA-B194-120439776FF5}"/>
              </a:ext>
            </a:extLst>
          </p:cNvPr>
          <p:cNvSpPr>
            <a:spLocks noGrp="1"/>
          </p:cNvSpPr>
          <p:nvPr/>
        </p:nvSpPr>
        <p:spPr>
          <a:xfrm>
            <a:off x="1094423" y="48663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0" name="shape-585">
            <a:extLst>
              <a:ext uri="{FF2B5EF4-FFF2-40B4-BE49-F238E27FC236}">
                <a16:creationId xmlns:a16="http://schemas.microsoft.com/office/drawing/2014/main" id="{6046A487-5E90-4445-BE16-E66338A964D0}"/>
              </a:ext>
            </a:extLst>
          </p:cNvPr>
          <p:cNvSpPr>
            <a:spLocks noGrp="1"/>
          </p:cNvSpPr>
          <p:nvPr/>
        </p:nvSpPr>
        <p:spPr>
          <a:xfrm>
            <a:off x="1094423" y="7114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85" name="直接箭头连接符 284"/>
          <p:cNvCxnSpPr>
            <a:stCxn id="119" idx="3"/>
            <a:endCxn id="120" idx="1"/>
          </p:cNvCxnSpPr>
          <p:nvPr/>
        </p:nvCxnSpPr>
        <p:spPr>
          <a:xfrm flipH="1">
            <a:off x="1094423" y="4867276"/>
            <a:ext cx="1905" cy="2247900"/>
          </a:xfrm>
          <a:prstGeom prst="straightConnector1">
            <a:avLst/>
          </a:prstGeom>
          <a:ln w="21908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122" name="shape-586">
            <a:extLst>
              <a:ext uri="{FF2B5EF4-FFF2-40B4-BE49-F238E27FC236}">
                <a16:creationId xmlns:a16="http://schemas.microsoft.com/office/drawing/2014/main" id="{94088EA3-F6A2-4886-9CFC-B3F58622533C}"/>
              </a:ext>
            </a:extLst>
          </p:cNvPr>
          <p:cNvSpPr>
            <a:spLocks noGrp="1"/>
          </p:cNvSpPr>
          <p:nvPr/>
        </p:nvSpPr>
        <p:spPr>
          <a:xfrm>
            <a:off x="1094423" y="7114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3" name="shape-587">
            <a:extLst>
              <a:ext uri="{FF2B5EF4-FFF2-40B4-BE49-F238E27FC236}">
                <a16:creationId xmlns:a16="http://schemas.microsoft.com/office/drawing/2014/main" id="{A478C3AA-3B45-40B9-BD84-E7487E5B5CF5}"/>
              </a:ext>
            </a:extLst>
          </p:cNvPr>
          <p:cNvSpPr>
            <a:spLocks noGrp="1"/>
          </p:cNvSpPr>
          <p:nvPr/>
        </p:nvSpPr>
        <p:spPr>
          <a:xfrm>
            <a:off x="9905048" y="7114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88" name="直接箭头连接符 287"/>
          <p:cNvCxnSpPr>
            <a:stCxn id="122" idx="3"/>
            <a:endCxn id="123" idx="1"/>
          </p:cNvCxnSpPr>
          <p:nvPr/>
        </p:nvCxnSpPr>
        <p:spPr>
          <a:xfrm>
            <a:off x="1096328" y="7115176"/>
            <a:ext cx="8808720" cy="0"/>
          </a:xfrm>
          <a:prstGeom prst="straightConnector1">
            <a:avLst/>
          </a:prstGeom>
          <a:ln w="21908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125" name="shape-588">
            <a:extLst>
              <a:ext uri="{FF2B5EF4-FFF2-40B4-BE49-F238E27FC236}">
                <a16:creationId xmlns:a16="http://schemas.microsoft.com/office/drawing/2014/main" id="{6F1BD2EE-3FE9-4911-9D1F-B40F7526B150}"/>
              </a:ext>
            </a:extLst>
          </p:cNvPr>
          <p:cNvSpPr>
            <a:spLocks noGrp="1"/>
          </p:cNvSpPr>
          <p:nvPr/>
        </p:nvSpPr>
        <p:spPr>
          <a:xfrm>
            <a:off x="9905048" y="71142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6" name="shape-589">
            <a:extLst>
              <a:ext uri="{FF2B5EF4-FFF2-40B4-BE49-F238E27FC236}">
                <a16:creationId xmlns:a16="http://schemas.microsoft.com/office/drawing/2014/main" id="{1B409E7C-F6F6-431C-8366-BB1D4490D21B}"/>
              </a:ext>
            </a:extLst>
          </p:cNvPr>
          <p:cNvSpPr>
            <a:spLocks noGrp="1"/>
          </p:cNvSpPr>
          <p:nvPr/>
        </p:nvSpPr>
        <p:spPr>
          <a:xfrm>
            <a:off x="9905048" y="46472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91" name="直接箭头连接符 290"/>
          <p:cNvCxnSpPr>
            <a:stCxn id="125" idx="3"/>
            <a:endCxn id="126" idx="1"/>
          </p:cNvCxnSpPr>
          <p:nvPr/>
        </p:nvCxnSpPr>
        <p:spPr>
          <a:xfrm flipH="1" flipV="1">
            <a:off x="9905048" y="4648201"/>
            <a:ext cx="1905" cy="2466975"/>
          </a:xfrm>
          <a:prstGeom prst="straightConnector1">
            <a:avLst/>
          </a:prstGeom>
          <a:ln w="21908">
            <a:solidFill>
              <a:srgbClr val="738492"/>
            </a:solidFill>
            <a:prstDash val="solid"/>
            <a:tailEnd type="triangle" w="sm" len="sm"/>
          </a:ln>
        </p:spPr>
      </p:cxnSp>
      <p:sp>
        <p:nvSpPr>
          <p:cNvPr id="128" name="shape-590">
            <a:extLst>
              <a:ext uri="{FF2B5EF4-FFF2-40B4-BE49-F238E27FC236}">
                <a16:creationId xmlns:a16="http://schemas.microsoft.com/office/drawing/2014/main" id="{77FB5217-F757-45D7-8C90-5CAE3E7090DD}"/>
              </a:ext>
            </a:extLst>
          </p:cNvPr>
          <p:cNvSpPr>
            <a:spLocks noGrp="1"/>
          </p:cNvSpPr>
          <p:nvPr/>
        </p:nvSpPr>
        <p:spPr>
          <a:xfrm>
            <a:off x="5619750" y="6762750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恒等残差</a:t>
            </a:r>
          </a:p>
        </p:txBody>
      </p:sp>
      <p:sp>
        <p:nvSpPr>
          <p:cNvPr id="129" name="shape-591">
            <a:extLst>
              <a:ext uri="{FF2B5EF4-FFF2-40B4-BE49-F238E27FC236}">
                <a16:creationId xmlns:a16="http://schemas.microsoft.com/office/drawing/2014/main" id="{12F8D080-87AA-4AC0-A720-93ADFEFE16DD}"/>
              </a:ext>
            </a:extLst>
          </p:cNvPr>
          <p:cNvSpPr>
            <a:spLocks noGrp="1"/>
          </p:cNvSpPr>
          <p:nvPr/>
        </p:nvSpPr>
        <p:spPr>
          <a:xfrm>
            <a:off x="2343150" y="7315200"/>
            <a:ext cx="809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K* = K5 + Pad(K3) + Pad(K1) + Kidentity</a:t>
            </a:r>
          </a:p>
        </p:txBody>
      </p:sp>
      <p:sp>
        <p:nvSpPr>
          <p:cNvPr id="130" name="shape-592">
            <a:extLst>
              <a:ext uri="{FF2B5EF4-FFF2-40B4-BE49-F238E27FC236}">
                <a16:creationId xmlns:a16="http://schemas.microsoft.com/office/drawing/2014/main" id="{1CFC12B3-1B30-4639-8A2E-1135273E2CAA}"/>
              </a:ext>
            </a:extLst>
          </p:cNvPr>
          <p:cNvSpPr>
            <a:spLocks noGrp="1"/>
          </p:cNvSpPr>
          <p:nvPr/>
        </p:nvSpPr>
        <p:spPr>
          <a:xfrm>
            <a:off x="11715750" y="2533650"/>
            <a:ext cx="2286000" cy="571500"/>
          </a:xfrm>
          <a:prstGeom prst="roundRect">
            <a:avLst>
              <a:gd name="adj" fmla="val 11667"/>
            </a:avLst>
          </a:prstGeom>
          <a:solidFill>
            <a:srgbClr val="F2F5F7"/>
          </a:solidFill>
          <a:ln w="15240">
            <a:solidFill>
              <a:srgbClr val="738492"/>
            </a:solidFill>
            <a:prstDash val="solid"/>
          </a:ln>
        </p:spPr>
      </p:sp>
      <p:sp>
        <p:nvSpPr>
          <p:cNvPr id="131" name="shape-593">
            <a:extLst>
              <a:ext uri="{FF2B5EF4-FFF2-40B4-BE49-F238E27FC236}">
                <a16:creationId xmlns:a16="http://schemas.microsoft.com/office/drawing/2014/main" id="{135457DE-4705-4263-B0A1-B3C37E7F0B49}"/>
              </a:ext>
            </a:extLst>
          </p:cNvPr>
          <p:cNvSpPr>
            <a:spLocks noGrp="1"/>
          </p:cNvSpPr>
          <p:nvPr/>
        </p:nvSpPr>
        <p:spPr>
          <a:xfrm>
            <a:off x="11811000" y="260985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rPr>
              <a:t>x</a:t>
            </a:r>
          </a:p>
        </p:txBody>
      </p:sp>
      <p:sp>
        <p:nvSpPr>
          <p:cNvPr id="132" name="shape-594">
            <a:extLst>
              <a:ext uri="{FF2B5EF4-FFF2-40B4-BE49-F238E27FC236}">
                <a16:creationId xmlns:a16="http://schemas.microsoft.com/office/drawing/2014/main" id="{A40C65B8-27E8-4C17-ABFB-B8121765A7C0}"/>
              </a:ext>
            </a:extLst>
          </p:cNvPr>
          <p:cNvSpPr>
            <a:spLocks noGrp="1"/>
          </p:cNvSpPr>
          <p:nvPr/>
        </p:nvSpPr>
        <p:spPr>
          <a:xfrm>
            <a:off x="11715750" y="3524250"/>
            <a:ext cx="2286000" cy="762000"/>
          </a:xfrm>
          <a:prstGeom prst="roundRect">
            <a:avLst>
              <a:gd name="adj" fmla="val 8750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33" name="shape-595">
            <a:extLst>
              <a:ext uri="{FF2B5EF4-FFF2-40B4-BE49-F238E27FC236}">
                <a16:creationId xmlns:a16="http://schemas.microsoft.com/office/drawing/2014/main" id="{A05A81D2-7F09-423C-889C-F97916221460}"/>
              </a:ext>
            </a:extLst>
          </p:cNvPr>
          <p:cNvSpPr>
            <a:spLocks noGrp="1"/>
          </p:cNvSpPr>
          <p:nvPr/>
        </p:nvSpPr>
        <p:spPr>
          <a:xfrm>
            <a:off x="11811000" y="360045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DW5×5 + bias</a:t>
            </a:r>
          </a:p>
        </p:txBody>
      </p:sp>
      <p:sp>
        <p:nvSpPr>
          <p:cNvPr id="134" name="shape-596">
            <a:extLst>
              <a:ext uri="{FF2B5EF4-FFF2-40B4-BE49-F238E27FC236}">
                <a16:creationId xmlns:a16="http://schemas.microsoft.com/office/drawing/2014/main" id="{E3088176-1DD7-4306-8D7E-54DB4AB7D161}"/>
              </a:ext>
            </a:extLst>
          </p:cNvPr>
          <p:cNvSpPr>
            <a:spLocks noGrp="1"/>
          </p:cNvSpPr>
          <p:nvPr/>
        </p:nvSpPr>
        <p:spPr>
          <a:xfrm>
            <a:off x="11715750" y="4638675"/>
            <a:ext cx="2286000" cy="590550"/>
          </a:xfrm>
          <a:prstGeom prst="roundRect">
            <a:avLst>
              <a:gd name="adj" fmla="val 11290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35" name="shape-597">
            <a:extLst>
              <a:ext uri="{FF2B5EF4-FFF2-40B4-BE49-F238E27FC236}">
                <a16:creationId xmlns:a16="http://schemas.microsoft.com/office/drawing/2014/main" id="{F4953850-9D21-4CB1-B236-9CC38631F5BB}"/>
              </a:ext>
            </a:extLst>
          </p:cNvPr>
          <p:cNvSpPr>
            <a:spLocks noGrp="1"/>
          </p:cNvSpPr>
          <p:nvPr/>
        </p:nvSpPr>
        <p:spPr>
          <a:xfrm>
            <a:off x="11811000" y="4714875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GELU</a:t>
            </a:r>
          </a:p>
        </p:txBody>
      </p:sp>
      <p:sp>
        <p:nvSpPr>
          <p:cNvPr id="136" name="shape-598">
            <a:extLst>
              <a:ext uri="{FF2B5EF4-FFF2-40B4-BE49-F238E27FC236}">
                <a16:creationId xmlns:a16="http://schemas.microsoft.com/office/drawing/2014/main" id="{D528BDFE-145F-4173-8B76-FBFBAFF12F38}"/>
              </a:ext>
            </a:extLst>
          </p:cNvPr>
          <p:cNvSpPr>
            <a:spLocks noGrp="1"/>
          </p:cNvSpPr>
          <p:nvPr/>
        </p:nvSpPr>
        <p:spPr>
          <a:xfrm>
            <a:off x="11715750" y="5600700"/>
            <a:ext cx="2286000" cy="762000"/>
          </a:xfrm>
          <a:prstGeom prst="roundRect">
            <a:avLst>
              <a:gd name="adj" fmla="val 8750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37" name="shape-599">
            <a:extLst>
              <a:ext uri="{FF2B5EF4-FFF2-40B4-BE49-F238E27FC236}">
                <a16:creationId xmlns:a16="http://schemas.microsoft.com/office/drawing/2014/main" id="{1B58A9B9-A188-4314-963E-E3FB7EC0AAE7}"/>
              </a:ext>
            </a:extLst>
          </p:cNvPr>
          <p:cNvSpPr>
            <a:spLocks noGrp="1"/>
          </p:cNvSpPr>
          <p:nvPr/>
        </p:nvSpPr>
        <p:spPr>
          <a:xfrm>
            <a:off x="11811000" y="5676900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PW1×1 + bias</a:t>
            </a:r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208D89FD-2C05-4AAA-AE1B-E41C4B7EABA1}"/>
              </a:ext>
            </a:extLst>
          </p:cNvPr>
          <p:cNvSpPr>
            <a:spLocks noGrp="1"/>
          </p:cNvSpPr>
          <p:nvPr/>
        </p:nvSpPr>
        <p:spPr>
          <a:xfrm>
            <a:off x="12639675" y="668655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358AD"/>
            </a:solidFill>
          </a:ln>
        </p:spPr>
      </p:sp>
      <p:sp>
        <p:nvSpPr>
          <p:cNvPr id="139" name="shape-600">
            <a:extLst>
              <a:ext uri="{FF2B5EF4-FFF2-40B4-BE49-F238E27FC236}">
                <a16:creationId xmlns:a16="http://schemas.microsoft.com/office/drawing/2014/main" id="{46114291-EE50-45B8-B135-895400E67757}"/>
              </a:ext>
            </a:extLst>
          </p:cNvPr>
          <p:cNvSpPr>
            <a:spLocks noGrp="1"/>
          </p:cNvSpPr>
          <p:nvPr/>
        </p:nvSpPr>
        <p:spPr>
          <a:xfrm>
            <a:off x="12639675" y="668655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+</a:t>
            </a:r>
          </a:p>
        </p:txBody>
      </p:sp>
      <p:sp>
        <p:nvSpPr>
          <p:cNvPr id="140" name="shape-601">
            <a:extLst>
              <a:ext uri="{FF2B5EF4-FFF2-40B4-BE49-F238E27FC236}">
                <a16:creationId xmlns:a16="http://schemas.microsoft.com/office/drawing/2014/main" id="{22210D40-4B90-486D-8575-138CA8577F00}"/>
              </a:ext>
            </a:extLst>
          </p:cNvPr>
          <p:cNvSpPr>
            <a:spLocks noGrp="1"/>
          </p:cNvSpPr>
          <p:nvPr/>
        </p:nvSpPr>
        <p:spPr>
          <a:xfrm>
            <a:off x="12192000" y="72771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y</a:t>
            </a:r>
          </a:p>
        </p:txBody>
      </p:sp>
      <p:sp>
        <p:nvSpPr>
          <p:cNvPr id="141" name="shape-602">
            <a:extLst>
              <a:ext uri="{FF2B5EF4-FFF2-40B4-BE49-F238E27FC236}">
                <a16:creationId xmlns:a16="http://schemas.microsoft.com/office/drawing/2014/main" id="{B8B2E52C-CB84-43EC-A000-9C5545058F46}"/>
              </a:ext>
            </a:extLst>
          </p:cNvPr>
          <p:cNvSpPr>
            <a:spLocks noGrp="1"/>
          </p:cNvSpPr>
          <p:nvPr/>
        </p:nvSpPr>
        <p:spPr>
          <a:xfrm>
            <a:off x="12857798" y="31041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2" name="shape-603">
            <a:extLst>
              <a:ext uri="{FF2B5EF4-FFF2-40B4-BE49-F238E27FC236}">
                <a16:creationId xmlns:a16="http://schemas.microsoft.com/office/drawing/2014/main" id="{1AEFEC59-50CD-432C-82E6-3B3A78BC8018}"/>
              </a:ext>
            </a:extLst>
          </p:cNvPr>
          <p:cNvSpPr>
            <a:spLocks noGrp="1"/>
          </p:cNvSpPr>
          <p:nvPr/>
        </p:nvSpPr>
        <p:spPr>
          <a:xfrm>
            <a:off x="12857798" y="3523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07" name="直接箭头连接符 306"/>
          <p:cNvCxnSpPr>
            <a:stCxn id="141" idx="3"/>
            <a:endCxn id="142" idx="1"/>
          </p:cNvCxnSpPr>
          <p:nvPr/>
        </p:nvCxnSpPr>
        <p:spPr>
          <a:xfrm flipH="1">
            <a:off x="12857798" y="3105151"/>
            <a:ext cx="1905" cy="41910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44" name="shape-604">
            <a:extLst>
              <a:ext uri="{FF2B5EF4-FFF2-40B4-BE49-F238E27FC236}">
                <a16:creationId xmlns:a16="http://schemas.microsoft.com/office/drawing/2014/main" id="{A9C8D643-4B4C-4F28-9170-FABA00067F48}"/>
              </a:ext>
            </a:extLst>
          </p:cNvPr>
          <p:cNvSpPr>
            <a:spLocks noGrp="1"/>
          </p:cNvSpPr>
          <p:nvPr/>
        </p:nvSpPr>
        <p:spPr>
          <a:xfrm>
            <a:off x="12857798" y="4285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5" name="shape-605">
            <a:extLst>
              <a:ext uri="{FF2B5EF4-FFF2-40B4-BE49-F238E27FC236}">
                <a16:creationId xmlns:a16="http://schemas.microsoft.com/office/drawing/2014/main" id="{5B810DA0-CC1D-4C54-8AD6-96FEC2E10CB2}"/>
              </a:ext>
            </a:extLst>
          </p:cNvPr>
          <p:cNvSpPr>
            <a:spLocks noGrp="1"/>
          </p:cNvSpPr>
          <p:nvPr/>
        </p:nvSpPr>
        <p:spPr>
          <a:xfrm>
            <a:off x="12857798" y="4637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10" name="直接箭头连接符 309"/>
          <p:cNvCxnSpPr>
            <a:stCxn id="144" idx="3"/>
            <a:endCxn id="145" idx="1"/>
          </p:cNvCxnSpPr>
          <p:nvPr/>
        </p:nvCxnSpPr>
        <p:spPr>
          <a:xfrm flipH="1">
            <a:off x="12857798" y="4286251"/>
            <a:ext cx="1905" cy="35242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47" name="shape-606">
            <a:extLst>
              <a:ext uri="{FF2B5EF4-FFF2-40B4-BE49-F238E27FC236}">
                <a16:creationId xmlns:a16="http://schemas.microsoft.com/office/drawing/2014/main" id="{89C5810E-F829-48C9-986C-35FBDC567BA4}"/>
              </a:ext>
            </a:extLst>
          </p:cNvPr>
          <p:cNvSpPr>
            <a:spLocks noGrp="1"/>
          </p:cNvSpPr>
          <p:nvPr/>
        </p:nvSpPr>
        <p:spPr>
          <a:xfrm>
            <a:off x="12857798" y="52282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8" name="shape-607">
            <a:extLst>
              <a:ext uri="{FF2B5EF4-FFF2-40B4-BE49-F238E27FC236}">
                <a16:creationId xmlns:a16="http://schemas.microsoft.com/office/drawing/2014/main" id="{00F4D8BF-C91A-4CD8-8FEB-FDD097ACA09D}"/>
              </a:ext>
            </a:extLst>
          </p:cNvPr>
          <p:cNvSpPr>
            <a:spLocks noGrp="1"/>
          </p:cNvSpPr>
          <p:nvPr/>
        </p:nvSpPr>
        <p:spPr>
          <a:xfrm>
            <a:off x="12857798" y="55997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13" name="直接箭头连接符 312"/>
          <p:cNvCxnSpPr>
            <a:stCxn id="147" idx="3"/>
            <a:endCxn id="148" idx="1"/>
          </p:cNvCxnSpPr>
          <p:nvPr/>
        </p:nvCxnSpPr>
        <p:spPr>
          <a:xfrm flipH="1">
            <a:off x="12857798" y="5229226"/>
            <a:ext cx="1905" cy="37147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50" name="shape-608">
            <a:extLst>
              <a:ext uri="{FF2B5EF4-FFF2-40B4-BE49-F238E27FC236}">
                <a16:creationId xmlns:a16="http://schemas.microsoft.com/office/drawing/2014/main" id="{010F9631-DA65-47B7-B8D9-18993479C6F0}"/>
              </a:ext>
            </a:extLst>
          </p:cNvPr>
          <p:cNvSpPr>
            <a:spLocks noGrp="1"/>
          </p:cNvSpPr>
          <p:nvPr/>
        </p:nvSpPr>
        <p:spPr>
          <a:xfrm>
            <a:off x="12857798" y="63617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51" name="shape-609">
            <a:extLst>
              <a:ext uri="{FF2B5EF4-FFF2-40B4-BE49-F238E27FC236}">
                <a16:creationId xmlns:a16="http://schemas.microsoft.com/office/drawing/2014/main" id="{942A7C04-8993-4270-8BF8-83B628AA2FED}"/>
              </a:ext>
            </a:extLst>
          </p:cNvPr>
          <p:cNvSpPr>
            <a:spLocks noGrp="1"/>
          </p:cNvSpPr>
          <p:nvPr/>
        </p:nvSpPr>
        <p:spPr>
          <a:xfrm>
            <a:off x="12857798" y="6685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16" name="直接箭头连接符 315"/>
          <p:cNvCxnSpPr>
            <a:stCxn id="150" idx="3"/>
            <a:endCxn id="151" idx="1"/>
          </p:cNvCxnSpPr>
          <p:nvPr/>
        </p:nvCxnSpPr>
        <p:spPr>
          <a:xfrm flipH="1">
            <a:off x="12857798" y="6362701"/>
            <a:ext cx="1905" cy="32385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53" name="shape-610">
            <a:extLst>
              <a:ext uri="{FF2B5EF4-FFF2-40B4-BE49-F238E27FC236}">
                <a16:creationId xmlns:a16="http://schemas.microsoft.com/office/drawing/2014/main" id="{1048C727-27E8-4447-A800-826CE6876515}"/>
              </a:ext>
            </a:extLst>
          </p:cNvPr>
          <p:cNvSpPr>
            <a:spLocks noGrp="1"/>
          </p:cNvSpPr>
          <p:nvPr/>
        </p:nvSpPr>
        <p:spPr>
          <a:xfrm>
            <a:off x="12857798" y="71237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54" name="shape-611">
            <a:extLst>
              <a:ext uri="{FF2B5EF4-FFF2-40B4-BE49-F238E27FC236}">
                <a16:creationId xmlns:a16="http://schemas.microsoft.com/office/drawing/2014/main" id="{E650E986-0C33-4D2C-B44C-BBD8B2240D74}"/>
              </a:ext>
            </a:extLst>
          </p:cNvPr>
          <p:cNvSpPr>
            <a:spLocks noGrp="1"/>
          </p:cNvSpPr>
          <p:nvPr/>
        </p:nvSpPr>
        <p:spPr>
          <a:xfrm>
            <a:off x="12857798" y="7285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19" name="直接箭头连接符 318"/>
          <p:cNvCxnSpPr>
            <a:stCxn id="153" idx="3"/>
            <a:endCxn id="154" idx="1"/>
          </p:cNvCxnSpPr>
          <p:nvPr/>
        </p:nvCxnSpPr>
        <p:spPr>
          <a:xfrm flipH="1">
            <a:off x="12857798" y="7124701"/>
            <a:ext cx="1905" cy="16192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56" name="shape-612">
            <a:extLst>
              <a:ext uri="{FF2B5EF4-FFF2-40B4-BE49-F238E27FC236}">
                <a16:creationId xmlns:a16="http://schemas.microsoft.com/office/drawing/2014/main" id="{7FE58AA6-366B-4CEE-B7A7-1800036D8FD4}"/>
              </a:ext>
            </a:extLst>
          </p:cNvPr>
          <p:cNvSpPr>
            <a:spLocks noGrp="1"/>
          </p:cNvSpPr>
          <p:nvPr/>
        </p:nvSpPr>
        <p:spPr>
          <a:xfrm>
            <a:off x="14000798" y="2818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57" name="shape-613">
            <a:extLst>
              <a:ext uri="{FF2B5EF4-FFF2-40B4-BE49-F238E27FC236}">
                <a16:creationId xmlns:a16="http://schemas.microsoft.com/office/drawing/2014/main" id="{54FA77E5-D2E2-4DCB-8763-6127416AAB5B}"/>
              </a:ext>
            </a:extLst>
          </p:cNvPr>
          <p:cNvSpPr>
            <a:spLocks noGrp="1"/>
          </p:cNvSpPr>
          <p:nvPr/>
        </p:nvSpPr>
        <p:spPr>
          <a:xfrm>
            <a:off x="14477048" y="2818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22" name="直接箭头连接符 321"/>
          <p:cNvCxnSpPr>
            <a:stCxn id="156" idx="3"/>
            <a:endCxn id="157" idx="1"/>
          </p:cNvCxnSpPr>
          <p:nvPr/>
        </p:nvCxnSpPr>
        <p:spPr>
          <a:xfrm>
            <a:off x="14002703" y="2819401"/>
            <a:ext cx="474345" cy="0"/>
          </a:xfrm>
          <a:prstGeom prst="straightConnector1">
            <a:avLst/>
          </a:prstGeom>
          <a:ln w="21908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159" name="shape-614">
            <a:extLst>
              <a:ext uri="{FF2B5EF4-FFF2-40B4-BE49-F238E27FC236}">
                <a16:creationId xmlns:a16="http://schemas.microsoft.com/office/drawing/2014/main" id="{B05EA06A-2920-4C09-8242-4D0A714DD505}"/>
              </a:ext>
            </a:extLst>
          </p:cNvPr>
          <p:cNvSpPr>
            <a:spLocks noGrp="1"/>
          </p:cNvSpPr>
          <p:nvPr/>
        </p:nvSpPr>
        <p:spPr>
          <a:xfrm>
            <a:off x="14477048" y="2818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60" name="shape-615">
            <a:extLst>
              <a:ext uri="{FF2B5EF4-FFF2-40B4-BE49-F238E27FC236}">
                <a16:creationId xmlns:a16="http://schemas.microsoft.com/office/drawing/2014/main" id="{34643B77-455E-479A-93DA-74028F7BA869}"/>
              </a:ext>
            </a:extLst>
          </p:cNvPr>
          <p:cNvSpPr>
            <a:spLocks noGrp="1"/>
          </p:cNvSpPr>
          <p:nvPr/>
        </p:nvSpPr>
        <p:spPr>
          <a:xfrm>
            <a:off x="14477048" y="6904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25" name="直接箭头连接符 324"/>
          <p:cNvCxnSpPr>
            <a:stCxn id="159" idx="3"/>
            <a:endCxn id="160" idx="1"/>
          </p:cNvCxnSpPr>
          <p:nvPr/>
        </p:nvCxnSpPr>
        <p:spPr>
          <a:xfrm flipH="1">
            <a:off x="14477048" y="2819401"/>
            <a:ext cx="1905" cy="4086225"/>
          </a:xfrm>
          <a:prstGeom prst="straightConnector1">
            <a:avLst/>
          </a:prstGeom>
          <a:ln w="21908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162" name="shape-616">
            <a:extLst>
              <a:ext uri="{FF2B5EF4-FFF2-40B4-BE49-F238E27FC236}">
                <a16:creationId xmlns:a16="http://schemas.microsoft.com/office/drawing/2014/main" id="{07D27883-E07E-4EBF-9CFC-A9EC68C2CF20}"/>
              </a:ext>
            </a:extLst>
          </p:cNvPr>
          <p:cNvSpPr>
            <a:spLocks noGrp="1"/>
          </p:cNvSpPr>
          <p:nvPr/>
        </p:nvSpPr>
        <p:spPr>
          <a:xfrm>
            <a:off x="14477048" y="6904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63" name="shape-617">
            <a:extLst>
              <a:ext uri="{FF2B5EF4-FFF2-40B4-BE49-F238E27FC236}">
                <a16:creationId xmlns:a16="http://schemas.microsoft.com/office/drawing/2014/main" id="{72A27548-FE9A-4197-B273-E7C2FA0A3428}"/>
              </a:ext>
            </a:extLst>
          </p:cNvPr>
          <p:cNvSpPr>
            <a:spLocks noGrp="1"/>
          </p:cNvSpPr>
          <p:nvPr/>
        </p:nvSpPr>
        <p:spPr>
          <a:xfrm>
            <a:off x="13076873" y="6904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28" name="直接箭头连接符 327"/>
          <p:cNvCxnSpPr>
            <a:stCxn id="162" idx="3"/>
            <a:endCxn id="163" idx="1"/>
          </p:cNvCxnSpPr>
          <p:nvPr/>
        </p:nvCxnSpPr>
        <p:spPr>
          <a:xfrm flipH="1">
            <a:off x="13076873" y="6905626"/>
            <a:ext cx="1402080" cy="0"/>
          </a:xfrm>
          <a:prstGeom prst="straightConnector1">
            <a:avLst/>
          </a:prstGeom>
          <a:ln w="21908">
            <a:solidFill>
              <a:srgbClr val="738492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98331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-618">
            <a:extLst>
              <a:ext uri="{FF2B5EF4-FFF2-40B4-BE49-F238E27FC236}">
                <a16:creationId xmlns:a16="http://schemas.microsoft.com/office/drawing/2014/main" id="{A51E982C-1CD0-41F3-AB49-F79ED27F7EC1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400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EdgeGate 主头边界细化</a:t>
            </a:r>
          </a:p>
        </p:txBody>
      </p:sp>
      <p:sp>
        <p:nvSpPr>
          <p:cNvPr id="2" name="shape-619">
            <a:extLst>
              <a:ext uri="{FF2B5EF4-FFF2-40B4-BE49-F238E27FC236}">
                <a16:creationId xmlns:a16="http://schemas.microsoft.com/office/drawing/2014/main" id="{FB93B05F-C6F0-4335-97F3-C990D01254DA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390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用一通道边界图选择细节注入位置，以可学习残差强度连接主头特征</a:t>
            </a:r>
          </a:p>
        </p:txBody>
      </p:sp>
      <p:sp>
        <p:nvSpPr>
          <p:cNvPr id="3" name="shape-620">
            <a:extLst>
              <a:ext uri="{FF2B5EF4-FFF2-40B4-BE49-F238E27FC236}">
                <a16:creationId xmlns:a16="http://schemas.microsoft.com/office/drawing/2014/main" id="{03630950-CB6F-445A-A32F-B66538BFEF99}"/>
              </a:ext>
            </a:extLst>
          </p:cNvPr>
          <p:cNvSpPr>
            <a:spLocks noGrp="1"/>
          </p:cNvSpPr>
          <p:nvPr/>
        </p:nvSpPr>
        <p:spPr>
          <a:xfrm>
            <a:off x="570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shape-621">
            <a:extLst>
              <a:ext uri="{FF2B5EF4-FFF2-40B4-BE49-F238E27FC236}">
                <a16:creationId xmlns:a16="http://schemas.microsoft.com/office/drawing/2014/main" id="{AD904847-2861-4693-B7DD-52F44338DE58}"/>
              </a:ext>
            </a:extLst>
          </p:cNvPr>
          <p:cNvSpPr>
            <a:spLocks noGrp="1"/>
          </p:cNvSpPr>
          <p:nvPr/>
        </p:nvSpPr>
        <p:spPr>
          <a:xfrm>
            <a:off x="14667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8" name="直接箭头连接符 97"/>
          <p:cNvCxnSpPr>
            <a:stCxn id="3" idx="3"/>
            <a:endCxn id="4" idx="1"/>
          </p:cNvCxnSpPr>
          <p:nvPr/>
        </p:nvCxnSpPr>
        <p:spPr>
          <a:xfrm>
            <a:off x="572453" y="1657351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6" name="shape-622">
            <a:extLst>
              <a:ext uri="{FF2B5EF4-FFF2-40B4-BE49-F238E27FC236}">
                <a16:creationId xmlns:a16="http://schemas.microsoft.com/office/drawing/2014/main" id="{B49F39C2-7F8E-42D6-826B-BB5CC930729A}"/>
              </a:ext>
            </a:extLst>
          </p:cNvPr>
          <p:cNvSpPr>
            <a:spLocks noGrp="1"/>
          </p:cNvSpPr>
          <p:nvPr/>
        </p:nvSpPr>
        <p:spPr>
          <a:xfrm>
            <a:off x="570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" name="shape-623">
            <a:extLst>
              <a:ext uri="{FF2B5EF4-FFF2-40B4-BE49-F238E27FC236}">
                <a16:creationId xmlns:a16="http://schemas.microsoft.com/office/drawing/2014/main" id="{2B325561-7F17-4A3E-8130-7AEA9610AC52}"/>
              </a:ext>
            </a:extLst>
          </p:cNvPr>
          <p:cNvSpPr>
            <a:spLocks noGrp="1"/>
          </p:cNvSpPr>
          <p:nvPr/>
        </p:nvSpPr>
        <p:spPr>
          <a:xfrm>
            <a:off x="14667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01" name="直接箭头连接符 100"/>
          <p:cNvCxnSpPr>
            <a:stCxn id="6" idx="3"/>
            <a:endCxn id="7" idx="1"/>
          </p:cNvCxnSpPr>
          <p:nvPr/>
        </p:nvCxnSpPr>
        <p:spPr>
          <a:xfrm>
            <a:off x="572453" y="7953376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9" name="shape-624">
            <a:extLst>
              <a:ext uri="{FF2B5EF4-FFF2-40B4-BE49-F238E27FC236}">
                <a16:creationId xmlns:a16="http://schemas.microsoft.com/office/drawing/2014/main" id="{25017350-7CE7-460B-A540-9C214A42CE2C}"/>
              </a:ext>
            </a:extLst>
          </p:cNvPr>
          <p:cNvSpPr>
            <a:spLocks noGrp="1"/>
          </p:cNvSpPr>
          <p:nvPr/>
        </p:nvSpPr>
        <p:spPr>
          <a:xfrm>
            <a:off x="571500" y="8067675"/>
            <a:ext cx="1323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仅作用于最高分辨率解码特征 z1。辅助头不经过 EdgeGate。当前实现没有额外边界标签监督。</a:t>
            </a:r>
          </a:p>
        </p:txBody>
      </p:sp>
      <p:sp>
        <p:nvSpPr>
          <p:cNvPr id="10" name="shape-625">
            <a:extLst>
              <a:ext uri="{FF2B5EF4-FFF2-40B4-BE49-F238E27FC236}">
                <a16:creationId xmlns:a16="http://schemas.microsoft.com/office/drawing/2014/main" id="{1A299713-D934-469A-BD57-41EC7540B33B}"/>
              </a:ext>
            </a:extLst>
          </p:cNvPr>
          <p:cNvSpPr>
            <a:spLocks noGrp="1"/>
          </p:cNvSpPr>
          <p:nvPr/>
        </p:nvSpPr>
        <p:spPr>
          <a:xfrm>
            <a:off x="14097000" y="806767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  <p:sp>
        <p:nvSpPr>
          <p:cNvPr id="11" name="shape-626">
            <a:extLst>
              <a:ext uri="{FF2B5EF4-FFF2-40B4-BE49-F238E27FC236}">
                <a16:creationId xmlns:a16="http://schemas.microsoft.com/office/drawing/2014/main" id="{9BE3FC17-EC9C-4013-8F56-67160BE81BE8}"/>
              </a:ext>
            </a:extLst>
          </p:cNvPr>
          <p:cNvSpPr>
            <a:spLocks noGrp="1"/>
          </p:cNvSpPr>
          <p:nvPr/>
        </p:nvSpPr>
        <p:spPr>
          <a:xfrm>
            <a:off x="571500" y="3800475"/>
            <a:ext cx="1762125" cy="1047750"/>
          </a:xfrm>
          <a:prstGeom prst="roundRect">
            <a:avLst>
              <a:gd name="adj" fmla="val 6364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2" name="shape-627">
            <a:extLst>
              <a:ext uri="{FF2B5EF4-FFF2-40B4-BE49-F238E27FC236}">
                <a16:creationId xmlns:a16="http://schemas.microsoft.com/office/drawing/2014/main" id="{A02A4557-7BF4-42D4-A220-BFF0DD26DA2C}"/>
              </a:ext>
            </a:extLst>
          </p:cNvPr>
          <p:cNvSpPr>
            <a:spLocks noGrp="1"/>
          </p:cNvSpPr>
          <p:nvPr/>
        </p:nvSpPr>
        <p:spPr>
          <a:xfrm>
            <a:off x="666750" y="3886200"/>
            <a:ext cx="1571625" cy="4714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主头特征 x</a:t>
            </a:r>
          </a:p>
        </p:txBody>
      </p:sp>
      <p:sp>
        <p:nvSpPr>
          <p:cNvPr id="13" name="shape-628">
            <a:extLst>
              <a:ext uri="{FF2B5EF4-FFF2-40B4-BE49-F238E27FC236}">
                <a16:creationId xmlns:a16="http://schemas.microsoft.com/office/drawing/2014/main" id="{6590EEF1-B025-4903-AE9E-D097BA8801B0}"/>
              </a:ext>
            </a:extLst>
          </p:cNvPr>
          <p:cNvSpPr>
            <a:spLocks noGrp="1"/>
          </p:cNvSpPr>
          <p:nvPr/>
        </p:nvSpPr>
        <p:spPr>
          <a:xfrm>
            <a:off x="666750" y="4303395"/>
            <a:ext cx="1571625" cy="4505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64×64×64</a:t>
            </a:r>
          </a:p>
        </p:txBody>
      </p:sp>
      <p:sp>
        <p:nvSpPr>
          <p:cNvPr id="14" name="shape-629">
            <a:extLst>
              <a:ext uri="{FF2B5EF4-FFF2-40B4-BE49-F238E27FC236}">
                <a16:creationId xmlns:a16="http://schemas.microsoft.com/office/drawing/2014/main" id="{82846684-BA48-4F9B-8011-818F3BB97D7B}"/>
              </a:ext>
            </a:extLst>
          </p:cNvPr>
          <p:cNvSpPr>
            <a:spLocks noGrp="1"/>
          </p:cNvSpPr>
          <p:nvPr/>
        </p:nvSpPr>
        <p:spPr>
          <a:xfrm>
            <a:off x="3238500" y="2400300"/>
            <a:ext cx="2857500" cy="952500"/>
          </a:xfrm>
          <a:prstGeom prst="roundRect">
            <a:avLst>
              <a:gd name="adj" fmla="val 7000"/>
            </a:avLst>
          </a:prstGeom>
          <a:solidFill>
            <a:srgbClr val="FCF0DF"/>
          </a:solidFill>
          <a:ln w="15240">
            <a:solidFill>
              <a:srgbClr val="AB661C"/>
            </a:solidFill>
            <a:prstDash val="solid"/>
          </a:ln>
        </p:spPr>
      </p:sp>
      <p:sp>
        <p:nvSpPr>
          <p:cNvPr id="15" name="shape-630">
            <a:extLst>
              <a:ext uri="{FF2B5EF4-FFF2-40B4-BE49-F238E27FC236}">
                <a16:creationId xmlns:a16="http://schemas.microsoft.com/office/drawing/2014/main" id="{1D70522B-44EF-4C83-A212-AA47DDD7E3DE}"/>
              </a:ext>
            </a:extLst>
          </p:cNvPr>
          <p:cNvSpPr>
            <a:spLocks noGrp="1"/>
          </p:cNvSpPr>
          <p:nvPr/>
        </p:nvSpPr>
        <p:spPr>
          <a:xfrm>
            <a:off x="3333750" y="2486025"/>
            <a:ext cx="266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DW3 + BN + ReLU</a:t>
            </a:r>
          </a:p>
        </p:txBody>
      </p:sp>
      <p:sp>
        <p:nvSpPr>
          <p:cNvPr id="16" name="shape-631">
            <a:extLst>
              <a:ext uri="{FF2B5EF4-FFF2-40B4-BE49-F238E27FC236}">
                <a16:creationId xmlns:a16="http://schemas.microsoft.com/office/drawing/2014/main" id="{AEFEF11C-9EAE-4B3E-86DE-D88C33D52353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2667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边界分支</a:t>
            </a:r>
          </a:p>
        </p:txBody>
      </p:sp>
      <p:sp>
        <p:nvSpPr>
          <p:cNvPr id="17" name="shape-632">
            <a:extLst>
              <a:ext uri="{FF2B5EF4-FFF2-40B4-BE49-F238E27FC236}">
                <a16:creationId xmlns:a16="http://schemas.microsoft.com/office/drawing/2014/main" id="{52ABF665-436C-401A-8218-CAEB95C57F9D}"/>
              </a:ext>
            </a:extLst>
          </p:cNvPr>
          <p:cNvSpPr>
            <a:spLocks noGrp="1"/>
          </p:cNvSpPr>
          <p:nvPr/>
        </p:nvSpPr>
        <p:spPr>
          <a:xfrm>
            <a:off x="7143750" y="2400300"/>
            <a:ext cx="2667000" cy="952500"/>
          </a:xfrm>
          <a:prstGeom prst="roundRect">
            <a:avLst>
              <a:gd name="adj" fmla="val 7000"/>
            </a:avLst>
          </a:prstGeom>
          <a:solidFill>
            <a:srgbClr val="FCF0DF"/>
          </a:solidFill>
          <a:ln w="15240">
            <a:solidFill>
              <a:srgbClr val="AB661C"/>
            </a:solidFill>
            <a:prstDash val="solid"/>
          </a:ln>
        </p:spPr>
      </p:sp>
      <p:sp>
        <p:nvSpPr>
          <p:cNvPr id="18" name="shape-633">
            <a:extLst>
              <a:ext uri="{FF2B5EF4-FFF2-40B4-BE49-F238E27FC236}">
                <a16:creationId xmlns:a16="http://schemas.microsoft.com/office/drawing/2014/main" id="{42F3A1F7-9630-4215-AE62-7696D74AE900}"/>
              </a:ext>
            </a:extLst>
          </p:cNvPr>
          <p:cNvSpPr>
            <a:spLocks noGrp="1"/>
          </p:cNvSpPr>
          <p:nvPr/>
        </p:nvSpPr>
        <p:spPr>
          <a:xfrm>
            <a:off x="7239000" y="2486025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PW 64→1 + σ</a:t>
            </a:r>
          </a:p>
        </p:txBody>
      </p:sp>
      <p:sp>
        <p:nvSpPr>
          <p:cNvPr id="19" name="shape-634">
            <a:extLst>
              <a:ext uri="{FF2B5EF4-FFF2-40B4-BE49-F238E27FC236}">
                <a16:creationId xmlns:a16="http://schemas.microsoft.com/office/drawing/2014/main" id="{18E14320-C64F-48F1-8E51-8C764A62E92F}"/>
              </a:ext>
            </a:extLst>
          </p:cNvPr>
          <p:cNvSpPr>
            <a:spLocks noGrp="1"/>
          </p:cNvSpPr>
          <p:nvPr/>
        </p:nvSpPr>
        <p:spPr>
          <a:xfrm>
            <a:off x="7239000" y="2857500"/>
            <a:ext cx="2476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E(x)：1×64×64</a:t>
            </a:r>
          </a:p>
        </p:txBody>
      </p:sp>
      <p:sp>
        <p:nvSpPr>
          <p:cNvPr id="20" name="shape-635">
            <a:extLst>
              <a:ext uri="{FF2B5EF4-FFF2-40B4-BE49-F238E27FC236}">
                <a16:creationId xmlns:a16="http://schemas.microsoft.com/office/drawing/2014/main" id="{A22633F2-A113-497F-BED7-0FF27C7D80EE}"/>
              </a:ext>
            </a:extLst>
          </p:cNvPr>
          <p:cNvSpPr>
            <a:spLocks noGrp="1"/>
          </p:cNvSpPr>
          <p:nvPr/>
        </p:nvSpPr>
        <p:spPr>
          <a:xfrm>
            <a:off x="3238500" y="4286250"/>
            <a:ext cx="2857500" cy="952500"/>
          </a:xfrm>
          <a:prstGeom prst="roundRect">
            <a:avLst>
              <a:gd name="adj" fmla="val 7000"/>
            </a:avLst>
          </a:prstGeom>
          <a:solidFill>
            <a:srgbClr val="FCF0DF"/>
          </a:solidFill>
          <a:ln w="15240">
            <a:solidFill>
              <a:srgbClr val="AB661C"/>
            </a:solidFill>
            <a:prstDash val="solid"/>
          </a:ln>
        </p:spPr>
      </p:sp>
      <p:sp>
        <p:nvSpPr>
          <p:cNvPr id="21" name="shape-636">
            <a:extLst>
              <a:ext uri="{FF2B5EF4-FFF2-40B4-BE49-F238E27FC236}">
                <a16:creationId xmlns:a16="http://schemas.microsoft.com/office/drawing/2014/main" id="{BFD5FD5E-3E3D-4705-B2EE-1CA8BBF99102}"/>
              </a:ext>
            </a:extLst>
          </p:cNvPr>
          <p:cNvSpPr>
            <a:spLocks noGrp="1"/>
          </p:cNvSpPr>
          <p:nvPr/>
        </p:nvSpPr>
        <p:spPr>
          <a:xfrm>
            <a:off x="3333750" y="4371975"/>
            <a:ext cx="266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DW3 + BN + ReLU</a:t>
            </a:r>
          </a:p>
        </p:txBody>
      </p:sp>
      <p:sp>
        <p:nvSpPr>
          <p:cNvPr id="22" name="shape-637">
            <a:extLst>
              <a:ext uri="{FF2B5EF4-FFF2-40B4-BE49-F238E27FC236}">
                <a16:creationId xmlns:a16="http://schemas.microsoft.com/office/drawing/2014/main" id="{672EFA72-A236-41F4-B529-94B9E7B22430}"/>
              </a:ext>
            </a:extLst>
          </p:cNvPr>
          <p:cNvSpPr>
            <a:spLocks noGrp="1"/>
          </p:cNvSpPr>
          <p:nvPr/>
        </p:nvSpPr>
        <p:spPr>
          <a:xfrm>
            <a:off x="3333750" y="4743450"/>
            <a:ext cx="2667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细节分支</a:t>
            </a:r>
          </a:p>
        </p:txBody>
      </p:sp>
      <p:sp>
        <p:nvSpPr>
          <p:cNvPr id="23" name="shape-638">
            <a:extLst>
              <a:ext uri="{FF2B5EF4-FFF2-40B4-BE49-F238E27FC236}">
                <a16:creationId xmlns:a16="http://schemas.microsoft.com/office/drawing/2014/main" id="{B4B1FF57-CFBE-4502-B4AA-06A2C8500438}"/>
              </a:ext>
            </a:extLst>
          </p:cNvPr>
          <p:cNvSpPr>
            <a:spLocks noGrp="1"/>
          </p:cNvSpPr>
          <p:nvPr/>
        </p:nvSpPr>
        <p:spPr>
          <a:xfrm>
            <a:off x="7143750" y="4286250"/>
            <a:ext cx="2667000" cy="952500"/>
          </a:xfrm>
          <a:prstGeom prst="roundRect">
            <a:avLst>
              <a:gd name="adj" fmla="val 7000"/>
            </a:avLst>
          </a:prstGeom>
          <a:solidFill>
            <a:srgbClr val="FCF0DF"/>
          </a:solidFill>
          <a:ln w="15240">
            <a:solidFill>
              <a:srgbClr val="AB661C"/>
            </a:solidFill>
            <a:prstDash val="solid"/>
          </a:ln>
        </p:spPr>
      </p:sp>
      <p:sp>
        <p:nvSpPr>
          <p:cNvPr id="24" name="shape-639">
            <a:extLst>
              <a:ext uri="{FF2B5EF4-FFF2-40B4-BE49-F238E27FC236}">
                <a16:creationId xmlns:a16="http://schemas.microsoft.com/office/drawing/2014/main" id="{421E3F63-49F9-41EA-B432-E703B8445A52}"/>
              </a:ext>
            </a:extLst>
          </p:cNvPr>
          <p:cNvSpPr>
            <a:spLocks noGrp="1"/>
          </p:cNvSpPr>
          <p:nvPr/>
        </p:nvSpPr>
        <p:spPr>
          <a:xfrm>
            <a:off x="7239000" y="4371975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PW 64→64</a:t>
            </a:r>
          </a:p>
        </p:txBody>
      </p:sp>
      <p:sp>
        <p:nvSpPr>
          <p:cNvPr id="25" name="shape-640">
            <a:extLst>
              <a:ext uri="{FF2B5EF4-FFF2-40B4-BE49-F238E27FC236}">
                <a16:creationId xmlns:a16="http://schemas.microsoft.com/office/drawing/2014/main" id="{B61AC793-F26F-4FC6-8078-177E50A5C8D5}"/>
              </a:ext>
            </a:extLst>
          </p:cNvPr>
          <p:cNvSpPr>
            <a:spLocks noGrp="1"/>
          </p:cNvSpPr>
          <p:nvPr/>
        </p:nvSpPr>
        <p:spPr>
          <a:xfrm>
            <a:off x="7239000" y="4743450"/>
            <a:ext cx="2476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D(x)：64×64×64</a:t>
            </a:r>
          </a:p>
        </p:txBody>
      </p:sp>
      <p:sp>
        <p:nvSpPr>
          <p:cNvPr id="26" name="shape-641">
            <a:extLst>
              <a:ext uri="{FF2B5EF4-FFF2-40B4-BE49-F238E27FC236}">
                <a16:creationId xmlns:a16="http://schemas.microsoft.com/office/drawing/2014/main" id="{1E52EBED-4224-41DC-ACD7-054A6044C107}"/>
              </a:ext>
            </a:extLst>
          </p:cNvPr>
          <p:cNvSpPr>
            <a:spLocks noGrp="1"/>
          </p:cNvSpPr>
          <p:nvPr/>
        </p:nvSpPr>
        <p:spPr>
          <a:xfrm>
            <a:off x="2332673" y="4323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7" name="shape-642">
            <a:extLst>
              <a:ext uri="{FF2B5EF4-FFF2-40B4-BE49-F238E27FC236}">
                <a16:creationId xmlns:a16="http://schemas.microsoft.com/office/drawing/2014/main" id="{7078E994-909A-4676-A6E5-BD93D984222B}"/>
              </a:ext>
            </a:extLst>
          </p:cNvPr>
          <p:cNvSpPr>
            <a:spLocks noGrp="1"/>
          </p:cNvSpPr>
          <p:nvPr/>
        </p:nvSpPr>
        <p:spPr>
          <a:xfrm>
            <a:off x="2723198" y="4323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1" name="直接箭头连接符 120"/>
          <p:cNvCxnSpPr>
            <a:stCxn id="26" idx="3"/>
            <a:endCxn id="27" idx="1"/>
          </p:cNvCxnSpPr>
          <p:nvPr/>
        </p:nvCxnSpPr>
        <p:spPr>
          <a:xfrm>
            <a:off x="2334578" y="4324351"/>
            <a:ext cx="388620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none" w="sm" len="sm"/>
          </a:ln>
        </p:spPr>
      </p:cxnSp>
      <p:sp>
        <p:nvSpPr>
          <p:cNvPr id="29" name="shape-643">
            <a:extLst>
              <a:ext uri="{FF2B5EF4-FFF2-40B4-BE49-F238E27FC236}">
                <a16:creationId xmlns:a16="http://schemas.microsoft.com/office/drawing/2014/main" id="{7361C366-E62C-4890-80C0-529B9E75209B}"/>
              </a:ext>
            </a:extLst>
          </p:cNvPr>
          <p:cNvSpPr>
            <a:spLocks noGrp="1"/>
          </p:cNvSpPr>
          <p:nvPr/>
        </p:nvSpPr>
        <p:spPr>
          <a:xfrm>
            <a:off x="2723198" y="4323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0" name="shape-644">
            <a:extLst>
              <a:ext uri="{FF2B5EF4-FFF2-40B4-BE49-F238E27FC236}">
                <a16:creationId xmlns:a16="http://schemas.microsoft.com/office/drawing/2014/main" id="{70B21262-27D7-4ECF-8FFD-1CA6621977C6}"/>
              </a:ext>
            </a:extLst>
          </p:cNvPr>
          <p:cNvSpPr>
            <a:spLocks noGrp="1"/>
          </p:cNvSpPr>
          <p:nvPr/>
        </p:nvSpPr>
        <p:spPr>
          <a:xfrm>
            <a:off x="2723198" y="2875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4" name="直接箭头连接符 123"/>
          <p:cNvCxnSpPr>
            <a:stCxn id="29" idx="3"/>
            <a:endCxn id="30" idx="1"/>
          </p:cNvCxnSpPr>
          <p:nvPr/>
        </p:nvCxnSpPr>
        <p:spPr>
          <a:xfrm flipH="1" flipV="1">
            <a:off x="2723198" y="2876551"/>
            <a:ext cx="1905" cy="144780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none" w="sm" len="sm"/>
          </a:ln>
        </p:spPr>
      </p:cxnSp>
      <p:sp>
        <p:nvSpPr>
          <p:cNvPr id="32" name="shape-645">
            <a:extLst>
              <a:ext uri="{FF2B5EF4-FFF2-40B4-BE49-F238E27FC236}">
                <a16:creationId xmlns:a16="http://schemas.microsoft.com/office/drawing/2014/main" id="{0C74F4D7-84AA-4FE5-BC86-C886C638A4FA}"/>
              </a:ext>
            </a:extLst>
          </p:cNvPr>
          <p:cNvSpPr>
            <a:spLocks noGrp="1"/>
          </p:cNvSpPr>
          <p:nvPr/>
        </p:nvSpPr>
        <p:spPr>
          <a:xfrm>
            <a:off x="2723198" y="2875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3" name="shape-646">
            <a:extLst>
              <a:ext uri="{FF2B5EF4-FFF2-40B4-BE49-F238E27FC236}">
                <a16:creationId xmlns:a16="http://schemas.microsoft.com/office/drawing/2014/main" id="{5A09BF5C-2A40-422A-A79E-A420073F3C11}"/>
              </a:ext>
            </a:extLst>
          </p:cNvPr>
          <p:cNvSpPr>
            <a:spLocks noGrp="1"/>
          </p:cNvSpPr>
          <p:nvPr/>
        </p:nvSpPr>
        <p:spPr>
          <a:xfrm>
            <a:off x="3237548" y="2875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7" name="直接箭头连接符 126"/>
          <p:cNvCxnSpPr>
            <a:stCxn id="32" idx="3"/>
            <a:endCxn id="33" idx="1"/>
          </p:cNvCxnSpPr>
          <p:nvPr/>
        </p:nvCxnSpPr>
        <p:spPr>
          <a:xfrm>
            <a:off x="2725103" y="2876551"/>
            <a:ext cx="512445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35" name="shape-647">
            <a:extLst>
              <a:ext uri="{FF2B5EF4-FFF2-40B4-BE49-F238E27FC236}">
                <a16:creationId xmlns:a16="http://schemas.microsoft.com/office/drawing/2014/main" id="{6BB7B556-1A50-4EE1-9923-BB45FE60274E}"/>
              </a:ext>
            </a:extLst>
          </p:cNvPr>
          <p:cNvSpPr>
            <a:spLocks noGrp="1"/>
          </p:cNvSpPr>
          <p:nvPr/>
        </p:nvSpPr>
        <p:spPr>
          <a:xfrm>
            <a:off x="2332673" y="4323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6" name="shape-648">
            <a:extLst>
              <a:ext uri="{FF2B5EF4-FFF2-40B4-BE49-F238E27FC236}">
                <a16:creationId xmlns:a16="http://schemas.microsoft.com/office/drawing/2014/main" id="{E9B7B7C5-11D8-42BE-96C8-A05CB0ADC8BF}"/>
              </a:ext>
            </a:extLst>
          </p:cNvPr>
          <p:cNvSpPr>
            <a:spLocks noGrp="1"/>
          </p:cNvSpPr>
          <p:nvPr/>
        </p:nvSpPr>
        <p:spPr>
          <a:xfrm>
            <a:off x="2723198" y="4323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0" name="直接箭头连接符 129"/>
          <p:cNvCxnSpPr>
            <a:stCxn id="35" idx="3"/>
            <a:endCxn id="36" idx="1"/>
          </p:cNvCxnSpPr>
          <p:nvPr/>
        </p:nvCxnSpPr>
        <p:spPr>
          <a:xfrm>
            <a:off x="2334578" y="4324351"/>
            <a:ext cx="388620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none" w="sm" len="sm"/>
          </a:ln>
        </p:spPr>
      </p:cxnSp>
      <p:sp>
        <p:nvSpPr>
          <p:cNvPr id="38" name="shape-649">
            <a:extLst>
              <a:ext uri="{FF2B5EF4-FFF2-40B4-BE49-F238E27FC236}">
                <a16:creationId xmlns:a16="http://schemas.microsoft.com/office/drawing/2014/main" id="{CF37CBC8-2187-438F-865C-A8FE98EC944E}"/>
              </a:ext>
            </a:extLst>
          </p:cNvPr>
          <p:cNvSpPr>
            <a:spLocks noGrp="1"/>
          </p:cNvSpPr>
          <p:nvPr/>
        </p:nvSpPr>
        <p:spPr>
          <a:xfrm>
            <a:off x="2723198" y="4323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9" name="shape-650">
            <a:extLst>
              <a:ext uri="{FF2B5EF4-FFF2-40B4-BE49-F238E27FC236}">
                <a16:creationId xmlns:a16="http://schemas.microsoft.com/office/drawing/2014/main" id="{8162E4B3-9FD0-4AA7-B8C0-367D8C8B5ACB}"/>
              </a:ext>
            </a:extLst>
          </p:cNvPr>
          <p:cNvSpPr>
            <a:spLocks noGrp="1"/>
          </p:cNvSpPr>
          <p:nvPr/>
        </p:nvSpPr>
        <p:spPr>
          <a:xfrm>
            <a:off x="2723198" y="4761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3" name="直接箭头连接符 132"/>
          <p:cNvCxnSpPr>
            <a:stCxn id="38" idx="3"/>
            <a:endCxn id="39" idx="1"/>
          </p:cNvCxnSpPr>
          <p:nvPr/>
        </p:nvCxnSpPr>
        <p:spPr>
          <a:xfrm flipH="1">
            <a:off x="2723198" y="4324351"/>
            <a:ext cx="1905" cy="43815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none" w="sm" len="sm"/>
          </a:ln>
        </p:spPr>
      </p:cxnSp>
      <p:sp>
        <p:nvSpPr>
          <p:cNvPr id="41" name="shape-651">
            <a:extLst>
              <a:ext uri="{FF2B5EF4-FFF2-40B4-BE49-F238E27FC236}">
                <a16:creationId xmlns:a16="http://schemas.microsoft.com/office/drawing/2014/main" id="{43BEE648-99E3-4F7F-8300-5CDCEC0F3203}"/>
              </a:ext>
            </a:extLst>
          </p:cNvPr>
          <p:cNvSpPr>
            <a:spLocks noGrp="1"/>
          </p:cNvSpPr>
          <p:nvPr/>
        </p:nvSpPr>
        <p:spPr>
          <a:xfrm>
            <a:off x="2723198" y="4761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2" name="shape-652">
            <a:extLst>
              <a:ext uri="{FF2B5EF4-FFF2-40B4-BE49-F238E27FC236}">
                <a16:creationId xmlns:a16="http://schemas.microsoft.com/office/drawing/2014/main" id="{8DD12F9C-70EB-4B42-9B0D-B2297D8DBC1C}"/>
              </a:ext>
            </a:extLst>
          </p:cNvPr>
          <p:cNvSpPr>
            <a:spLocks noGrp="1"/>
          </p:cNvSpPr>
          <p:nvPr/>
        </p:nvSpPr>
        <p:spPr>
          <a:xfrm>
            <a:off x="3237548" y="4761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6" name="直接箭头连接符 135"/>
          <p:cNvCxnSpPr>
            <a:stCxn id="41" idx="3"/>
            <a:endCxn id="42" idx="1"/>
          </p:cNvCxnSpPr>
          <p:nvPr/>
        </p:nvCxnSpPr>
        <p:spPr>
          <a:xfrm>
            <a:off x="2725103" y="4762501"/>
            <a:ext cx="512445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44" name="shape-653">
            <a:extLst>
              <a:ext uri="{FF2B5EF4-FFF2-40B4-BE49-F238E27FC236}">
                <a16:creationId xmlns:a16="http://schemas.microsoft.com/office/drawing/2014/main" id="{688BC0D5-7097-4177-83D3-9820306DE6EF}"/>
              </a:ext>
            </a:extLst>
          </p:cNvPr>
          <p:cNvSpPr>
            <a:spLocks noGrp="1"/>
          </p:cNvSpPr>
          <p:nvPr/>
        </p:nvSpPr>
        <p:spPr>
          <a:xfrm>
            <a:off x="6095048" y="2875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" name="shape-654">
            <a:extLst>
              <a:ext uri="{FF2B5EF4-FFF2-40B4-BE49-F238E27FC236}">
                <a16:creationId xmlns:a16="http://schemas.microsoft.com/office/drawing/2014/main" id="{41356AEC-C901-4881-88FD-B0A30AAE1839}"/>
              </a:ext>
            </a:extLst>
          </p:cNvPr>
          <p:cNvSpPr>
            <a:spLocks noGrp="1"/>
          </p:cNvSpPr>
          <p:nvPr/>
        </p:nvSpPr>
        <p:spPr>
          <a:xfrm>
            <a:off x="7142798" y="2875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9" name="直接箭头连接符 138"/>
          <p:cNvCxnSpPr>
            <a:stCxn id="44" idx="3"/>
            <a:endCxn id="45" idx="1"/>
          </p:cNvCxnSpPr>
          <p:nvPr/>
        </p:nvCxnSpPr>
        <p:spPr>
          <a:xfrm>
            <a:off x="6096953" y="2876551"/>
            <a:ext cx="1045845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47" name="shape-655">
            <a:extLst>
              <a:ext uri="{FF2B5EF4-FFF2-40B4-BE49-F238E27FC236}">
                <a16:creationId xmlns:a16="http://schemas.microsoft.com/office/drawing/2014/main" id="{65CBE4D4-20D3-441C-B471-EA190B5889D6}"/>
              </a:ext>
            </a:extLst>
          </p:cNvPr>
          <p:cNvSpPr>
            <a:spLocks noGrp="1"/>
          </p:cNvSpPr>
          <p:nvPr/>
        </p:nvSpPr>
        <p:spPr>
          <a:xfrm>
            <a:off x="6095048" y="4761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8" name="shape-656">
            <a:extLst>
              <a:ext uri="{FF2B5EF4-FFF2-40B4-BE49-F238E27FC236}">
                <a16:creationId xmlns:a16="http://schemas.microsoft.com/office/drawing/2014/main" id="{A0F0DE51-F737-4E85-9686-0AFAF9D074AC}"/>
              </a:ext>
            </a:extLst>
          </p:cNvPr>
          <p:cNvSpPr>
            <a:spLocks noGrp="1"/>
          </p:cNvSpPr>
          <p:nvPr/>
        </p:nvSpPr>
        <p:spPr>
          <a:xfrm>
            <a:off x="7142798" y="4761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2" name="直接箭头连接符 141"/>
          <p:cNvCxnSpPr>
            <a:stCxn id="47" idx="3"/>
            <a:endCxn id="48" idx="1"/>
          </p:cNvCxnSpPr>
          <p:nvPr/>
        </p:nvCxnSpPr>
        <p:spPr>
          <a:xfrm>
            <a:off x="6096953" y="4762501"/>
            <a:ext cx="1045845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50" name="椭圆 49">
            <a:extLst>
              <a:ext uri="{FF2B5EF4-FFF2-40B4-BE49-F238E27FC236}">
                <a16:creationId xmlns:a16="http://schemas.microsoft.com/office/drawing/2014/main" id="{0201A37A-A690-430D-8C7E-A2D23F0C87D4}"/>
              </a:ext>
            </a:extLst>
          </p:cNvPr>
          <p:cNvSpPr>
            <a:spLocks noGrp="1"/>
          </p:cNvSpPr>
          <p:nvPr/>
        </p:nvSpPr>
        <p:spPr>
          <a:xfrm>
            <a:off x="10696575" y="4505325"/>
            <a:ext cx="514350" cy="5143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B661C"/>
            </a:solidFill>
          </a:ln>
        </p:spPr>
      </p:sp>
      <p:sp>
        <p:nvSpPr>
          <p:cNvPr id="51" name="shape-657">
            <a:extLst>
              <a:ext uri="{FF2B5EF4-FFF2-40B4-BE49-F238E27FC236}">
                <a16:creationId xmlns:a16="http://schemas.microsoft.com/office/drawing/2014/main" id="{6E16E035-CEC5-45C0-B53D-BB1A0D076360}"/>
              </a:ext>
            </a:extLst>
          </p:cNvPr>
          <p:cNvSpPr>
            <a:spLocks noGrp="1"/>
          </p:cNvSpPr>
          <p:nvPr/>
        </p:nvSpPr>
        <p:spPr>
          <a:xfrm>
            <a:off x="10696575" y="4505325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×</a:t>
            </a:r>
          </a:p>
        </p:txBody>
      </p:sp>
      <p:sp>
        <p:nvSpPr>
          <p:cNvPr id="52" name="shape-658">
            <a:extLst>
              <a:ext uri="{FF2B5EF4-FFF2-40B4-BE49-F238E27FC236}">
                <a16:creationId xmlns:a16="http://schemas.microsoft.com/office/drawing/2014/main" id="{0E48C894-8F38-45D8-82E6-947B0292B9C4}"/>
              </a:ext>
            </a:extLst>
          </p:cNvPr>
          <p:cNvSpPr>
            <a:spLocks noGrp="1"/>
          </p:cNvSpPr>
          <p:nvPr/>
        </p:nvSpPr>
        <p:spPr>
          <a:xfrm>
            <a:off x="9809798" y="4761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3" name="shape-659">
            <a:extLst>
              <a:ext uri="{FF2B5EF4-FFF2-40B4-BE49-F238E27FC236}">
                <a16:creationId xmlns:a16="http://schemas.microsoft.com/office/drawing/2014/main" id="{C54ABA23-8549-47F3-BF17-483EDC2FBB78}"/>
              </a:ext>
            </a:extLst>
          </p:cNvPr>
          <p:cNvSpPr>
            <a:spLocks noGrp="1"/>
          </p:cNvSpPr>
          <p:nvPr/>
        </p:nvSpPr>
        <p:spPr>
          <a:xfrm>
            <a:off x="10695623" y="4761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7" name="直接箭头连接符 146"/>
          <p:cNvCxnSpPr>
            <a:stCxn id="52" idx="3"/>
            <a:endCxn id="53" idx="1"/>
          </p:cNvCxnSpPr>
          <p:nvPr/>
        </p:nvCxnSpPr>
        <p:spPr>
          <a:xfrm>
            <a:off x="9811703" y="4762501"/>
            <a:ext cx="883920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55" name="shape-660">
            <a:extLst>
              <a:ext uri="{FF2B5EF4-FFF2-40B4-BE49-F238E27FC236}">
                <a16:creationId xmlns:a16="http://schemas.microsoft.com/office/drawing/2014/main" id="{0F0DBF16-F5D2-427E-A1AF-E82D860A9965}"/>
              </a:ext>
            </a:extLst>
          </p:cNvPr>
          <p:cNvSpPr>
            <a:spLocks noGrp="1"/>
          </p:cNvSpPr>
          <p:nvPr/>
        </p:nvSpPr>
        <p:spPr>
          <a:xfrm>
            <a:off x="9809798" y="2875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6" name="shape-661">
            <a:extLst>
              <a:ext uri="{FF2B5EF4-FFF2-40B4-BE49-F238E27FC236}">
                <a16:creationId xmlns:a16="http://schemas.microsoft.com/office/drawing/2014/main" id="{503D2F7E-4CF0-4BFB-87AE-C36F5094CE70}"/>
              </a:ext>
            </a:extLst>
          </p:cNvPr>
          <p:cNvSpPr>
            <a:spLocks noGrp="1"/>
          </p:cNvSpPr>
          <p:nvPr/>
        </p:nvSpPr>
        <p:spPr>
          <a:xfrm>
            <a:off x="10952798" y="2875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0" name="直接箭头连接符 149"/>
          <p:cNvCxnSpPr>
            <a:stCxn id="55" idx="3"/>
            <a:endCxn id="56" idx="1"/>
          </p:cNvCxnSpPr>
          <p:nvPr/>
        </p:nvCxnSpPr>
        <p:spPr>
          <a:xfrm>
            <a:off x="9811703" y="2876551"/>
            <a:ext cx="1141095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none" w="sm" len="sm"/>
          </a:ln>
        </p:spPr>
      </p:cxnSp>
      <p:sp>
        <p:nvSpPr>
          <p:cNvPr id="58" name="shape-662">
            <a:extLst>
              <a:ext uri="{FF2B5EF4-FFF2-40B4-BE49-F238E27FC236}">
                <a16:creationId xmlns:a16="http://schemas.microsoft.com/office/drawing/2014/main" id="{764FE903-6C65-4008-9522-1C1BD0C56FCD}"/>
              </a:ext>
            </a:extLst>
          </p:cNvPr>
          <p:cNvSpPr>
            <a:spLocks noGrp="1"/>
          </p:cNvSpPr>
          <p:nvPr/>
        </p:nvSpPr>
        <p:spPr>
          <a:xfrm>
            <a:off x="10952798" y="2875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9" name="shape-663">
            <a:extLst>
              <a:ext uri="{FF2B5EF4-FFF2-40B4-BE49-F238E27FC236}">
                <a16:creationId xmlns:a16="http://schemas.microsoft.com/office/drawing/2014/main" id="{A47D9EBA-71A9-4461-92BD-30AEB45790BA}"/>
              </a:ext>
            </a:extLst>
          </p:cNvPr>
          <p:cNvSpPr>
            <a:spLocks noGrp="1"/>
          </p:cNvSpPr>
          <p:nvPr/>
        </p:nvSpPr>
        <p:spPr>
          <a:xfrm>
            <a:off x="10952798" y="45043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3" name="直接箭头连接符 152"/>
          <p:cNvCxnSpPr>
            <a:stCxn id="58" idx="3"/>
            <a:endCxn id="59" idx="1"/>
          </p:cNvCxnSpPr>
          <p:nvPr/>
        </p:nvCxnSpPr>
        <p:spPr>
          <a:xfrm flipH="1">
            <a:off x="10952798" y="2876551"/>
            <a:ext cx="1905" cy="1628775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61" name="shape-664">
            <a:extLst>
              <a:ext uri="{FF2B5EF4-FFF2-40B4-BE49-F238E27FC236}">
                <a16:creationId xmlns:a16="http://schemas.microsoft.com/office/drawing/2014/main" id="{B2D17C54-BAE8-45F2-A817-D9656F315FAF}"/>
              </a:ext>
            </a:extLst>
          </p:cNvPr>
          <p:cNvSpPr>
            <a:spLocks noGrp="1"/>
          </p:cNvSpPr>
          <p:nvPr/>
        </p:nvSpPr>
        <p:spPr>
          <a:xfrm>
            <a:off x="9144000" y="3448050"/>
            <a:ext cx="166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沿通道广播</a:t>
            </a:r>
          </a:p>
        </p:txBody>
      </p:sp>
      <p:sp>
        <p:nvSpPr>
          <p:cNvPr id="62" name="shape-665">
            <a:extLst>
              <a:ext uri="{FF2B5EF4-FFF2-40B4-BE49-F238E27FC236}">
                <a16:creationId xmlns:a16="http://schemas.microsoft.com/office/drawing/2014/main" id="{52824DDE-BD90-410C-B9A6-59C2545A2B9E}"/>
              </a:ext>
            </a:extLst>
          </p:cNvPr>
          <p:cNvSpPr>
            <a:spLocks noGrp="1"/>
          </p:cNvSpPr>
          <p:nvPr/>
        </p:nvSpPr>
        <p:spPr>
          <a:xfrm>
            <a:off x="7715250" y="6200775"/>
            <a:ext cx="2381250" cy="723900"/>
          </a:xfrm>
          <a:prstGeom prst="roundRect">
            <a:avLst>
              <a:gd name="adj" fmla="val 9211"/>
            </a:avLst>
          </a:prstGeom>
          <a:solidFill>
            <a:srgbClr val="FCF0DF"/>
          </a:solidFill>
          <a:ln w="15240">
            <a:solidFill>
              <a:srgbClr val="AB661C"/>
            </a:solidFill>
            <a:prstDash val="solid"/>
          </a:ln>
        </p:spPr>
      </p:sp>
      <p:sp>
        <p:nvSpPr>
          <p:cNvPr id="63" name="shape-666">
            <a:extLst>
              <a:ext uri="{FF2B5EF4-FFF2-40B4-BE49-F238E27FC236}">
                <a16:creationId xmlns:a16="http://schemas.microsoft.com/office/drawing/2014/main" id="{2569801F-DCEF-41E0-9358-3B3402B6FD4D}"/>
              </a:ext>
            </a:extLst>
          </p:cNvPr>
          <p:cNvSpPr>
            <a:spLocks noGrp="1"/>
          </p:cNvSpPr>
          <p:nvPr/>
        </p:nvSpPr>
        <p:spPr>
          <a:xfrm>
            <a:off x="7810500" y="6286500"/>
            <a:ext cx="2190750" cy="325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α：可学习标量</a:t>
            </a:r>
          </a:p>
        </p:txBody>
      </p:sp>
      <p:sp>
        <p:nvSpPr>
          <p:cNvPr id="64" name="shape-667">
            <a:extLst>
              <a:ext uri="{FF2B5EF4-FFF2-40B4-BE49-F238E27FC236}">
                <a16:creationId xmlns:a16="http://schemas.microsoft.com/office/drawing/2014/main" id="{D1B718D6-A028-4C9E-9EEB-DC6EA34EB2B3}"/>
              </a:ext>
            </a:extLst>
          </p:cNvPr>
          <p:cNvSpPr>
            <a:spLocks noGrp="1"/>
          </p:cNvSpPr>
          <p:nvPr/>
        </p:nvSpPr>
        <p:spPr>
          <a:xfrm>
            <a:off x="7810500" y="6548247"/>
            <a:ext cx="2190750" cy="3112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初始化为 0</a:t>
            </a:r>
          </a:p>
        </p:txBody>
      </p:sp>
      <p:sp>
        <p:nvSpPr>
          <p:cNvPr id="65" name="shape-668">
            <a:extLst>
              <a:ext uri="{FF2B5EF4-FFF2-40B4-BE49-F238E27FC236}">
                <a16:creationId xmlns:a16="http://schemas.microsoft.com/office/drawing/2014/main" id="{E84C100E-A2F8-4907-9FA4-B67B397C1E86}"/>
              </a:ext>
            </a:extLst>
          </p:cNvPr>
          <p:cNvSpPr>
            <a:spLocks noGrp="1"/>
          </p:cNvSpPr>
          <p:nvPr/>
        </p:nvSpPr>
        <p:spPr>
          <a:xfrm>
            <a:off x="10095548" y="656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6" name="shape-669">
            <a:extLst>
              <a:ext uri="{FF2B5EF4-FFF2-40B4-BE49-F238E27FC236}">
                <a16:creationId xmlns:a16="http://schemas.microsoft.com/office/drawing/2014/main" id="{5985E42D-C465-45B3-BCB0-D27DBD63ED0C}"/>
              </a:ext>
            </a:extLst>
          </p:cNvPr>
          <p:cNvSpPr>
            <a:spLocks noGrp="1"/>
          </p:cNvSpPr>
          <p:nvPr/>
        </p:nvSpPr>
        <p:spPr>
          <a:xfrm>
            <a:off x="10952798" y="656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0" name="直接箭头连接符 159"/>
          <p:cNvCxnSpPr>
            <a:stCxn id="65" idx="3"/>
            <a:endCxn id="66" idx="1"/>
          </p:cNvCxnSpPr>
          <p:nvPr/>
        </p:nvCxnSpPr>
        <p:spPr>
          <a:xfrm>
            <a:off x="10097453" y="6562726"/>
            <a:ext cx="855345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none" w="sm" len="sm"/>
          </a:ln>
        </p:spPr>
      </p:cxnSp>
      <p:sp>
        <p:nvSpPr>
          <p:cNvPr id="68" name="shape-670">
            <a:extLst>
              <a:ext uri="{FF2B5EF4-FFF2-40B4-BE49-F238E27FC236}">
                <a16:creationId xmlns:a16="http://schemas.microsoft.com/office/drawing/2014/main" id="{C2BEAD9F-3544-4D3E-944F-5E9992442CDE}"/>
              </a:ext>
            </a:extLst>
          </p:cNvPr>
          <p:cNvSpPr>
            <a:spLocks noGrp="1"/>
          </p:cNvSpPr>
          <p:nvPr/>
        </p:nvSpPr>
        <p:spPr>
          <a:xfrm>
            <a:off x="10952798" y="656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9" name="shape-671">
            <a:extLst>
              <a:ext uri="{FF2B5EF4-FFF2-40B4-BE49-F238E27FC236}">
                <a16:creationId xmlns:a16="http://schemas.microsoft.com/office/drawing/2014/main" id="{681F8B57-BAA3-4539-81EB-F3716EB2A840}"/>
              </a:ext>
            </a:extLst>
          </p:cNvPr>
          <p:cNvSpPr>
            <a:spLocks noGrp="1"/>
          </p:cNvSpPr>
          <p:nvPr/>
        </p:nvSpPr>
        <p:spPr>
          <a:xfrm>
            <a:off x="10952798" y="5018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3" name="直接箭头连接符 162"/>
          <p:cNvCxnSpPr>
            <a:stCxn id="68" idx="3"/>
            <a:endCxn id="69" idx="1"/>
          </p:cNvCxnSpPr>
          <p:nvPr/>
        </p:nvCxnSpPr>
        <p:spPr>
          <a:xfrm flipH="1" flipV="1">
            <a:off x="10952798" y="5019676"/>
            <a:ext cx="1905" cy="154305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71" name="椭圆 70">
            <a:extLst>
              <a:ext uri="{FF2B5EF4-FFF2-40B4-BE49-F238E27FC236}">
                <a16:creationId xmlns:a16="http://schemas.microsoft.com/office/drawing/2014/main" id="{790F3620-1835-4653-9CB2-EB61E94A5821}"/>
              </a:ext>
            </a:extLst>
          </p:cNvPr>
          <p:cNvSpPr>
            <a:spLocks noGrp="1"/>
          </p:cNvSpPr>
          <p:nvPr/>
        </p:nvSpPr>
        <p:spPr>
          <a:xfrm>
            <a:off x="12239625" y="4524375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358AD"/>
            </a:solidFill>
          </a:ln>
        </p:spPr>
      </p:sp>
      <p:sp>
        <p:nvSpPr>
          <p:cNvPr id="72" name="shape-672">
            <a:extLst>
              <a:ext uri="{FF2B5EF4-FFF2-40B4-BE49-F238E27FC236}">
                <a16:creationId xmlns:a16="http://schemas.microsoft.com/office/drawing/2014/main" id="{A6E88093-7844-41C9-A522-43805D73B071}"/>
              </a:ext>
            </a:extLst>
          </p:cNvPr>
          <p:cNvSpPr>
            <a:spLocks noGrp="1"/>
          </p:cNvSpPr>
          <p:nvPr/>
        </p:nvSpPr>
        <p:spPr>
          <a:xfrm>
            <a:off x="12239625" y="452437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+</a:t>
            </a:r>
          </a:p>
        </p:txBody>
      </p:sp>
      <p:sp>
        <p:nvSpPr>
          <p:cNvPr id="73" name="shape-673">
            <a:extLst>
              <a:ext uri="{FF2B5EF4-FFF2-40B4-BE49-F238E27FC236}">
                <a16:creationId xmlns:a16="http://schemas.microsoft.com/office/drawing/2014/main" id="{65FCE112-3773-4440-970F-93D0B677AC88}"/>
              </a:ext>
            </a:extLst>
          </p:cNvPr>
          <p:cNvSpPr>
            <a:spLocks noGrp="1"/>
          </p:cNvSpPr>
          <p:nvPr/>
        </p:nvSpPr>
        <p:spPr>
          <a:xfrm>
            <a:off x="11209973" y="4761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4" name="shape-674">
            <a:extLst>
              <a:ext uri="{FF2B5EF4-FFF2-40B4-BE49-F238E27FC236}">
                <a16:creationId xmlns:a16="http://schemas.microsoft.com/office/drawing/2014/main" id="{40DCD877-6DDA-4667-A72A-D875002AAFE6}"/>
              </a:ext>
            </a:extLst>
          </p:cNvPr>
          <p:cNvSpPr>
            <a:spLocks noGrp="1"/>
          </p:cNvSpPr>
          <p:nvPr/>
        </p:nvSpPr>
        <p:spPr>
          <a:xfrm>
            <a:off x="12238673" y="4761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8" name="直接箭头连接符 167"/>
          <p:cNvCxnSpPr>
            <a:stCxn id="73" idx="3"/>
            <a:endCxn id="74" idx="1"/>
          </p:cNvCxnSpPr>
          <p:nvPr/>
        </p:nvCxnSpPr>
        <p:spPr>
          <a:xfrm>
            <a:off x="11211878" y="4762501"/>
            <a:ext cx="1026795" cy="0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76" name="shape-675">
            <a:extLst>
              <a:ext uri="{FF2B5EF4-FFF2-40B4-BE49-F238E27FC236}">
                <a16:creationId xmlns:a16="http://schemas.microsoft.com/office/drawing/2014/main" id="{BF3B1395-FEF9-45A0-ABBA-A1F27F9BE2A4}"/>
              </a:ext>
            </a:extLst>
          </p:cNvPr>
          <p:cNvSpPr>
            <a:spLocks noGrp="1"/>
          </p:cNvSpPr>
          <p:nvPr/>
        </p:nvSpPr>
        <p:spPr>
          <a:xfrm>
            <a:off x="13335000" y="4286250"/>
            <a:ext cx="1333500" cy="952500"/>
          </a:xfrm>
          <a:prstGeom prst="roundRect">
            <a:avLst>
              <a:gd name="adj" fmla="val 7000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77" name="shape-676">
            <a:extLst>
              <a:ext uri="{FF2B5EF4-FFF2-40B4-BE49-F238E27FC236}">
                <a16:creationId xmlns:a16="http://schemas.microsoft.com/office/drawing/2014/main" id="{846A5131-AEBC-48D3-BB91-9AB9EAC1925D}"/>
              </a:ext>
            </a:extLst>
          </p:cNvPr>
          <p:cNvSpPr>
            <a:spLocks noGrp="1"/>
          </p:cNvSpPr>
          <p:nvPr/>
        </p:nvSpPr>
        <p:spPr>
          <a:xfrm>
            <a:off x="13430250" y="4371975"/>
            <a:ext cx="1143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输出 y</a:t>
            </a:r>
          </a:p>
        </p:txBody>
      </p:sp>
      <p:sp>
        <p:nvSpPr>
          <p:cNvPr id="78" name="shape-677">
            <a:extLst>
              <a:ext uri="{FF2B5EF4-FFF2-40B4-BE49-F238E27FC236}">
                <a16:creationId xmlns:a16="http://schemas.microsoft.com/office/drawing/2014/main" id="{75FCA146-16C4-4D83-946D-159DE72CF493}"/>
              </a:ext>
            </a:extLst>
          </p:cNvPr>
          <p:cNvSpPr>
            <a:spLocks noGrp="1"/>
          </p:cNvSpPr>
          <p:nvPr/>
        </p:nvSpPr>
        <p:spPr>
          <a:xfrm>
            <a:off x="13430250" y="4743450"/>
            <a:ext cx="1143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主头输入</a:t>
            </a:r>
          </a:p>
        </p:txBody>
      </p:sp>
      <p:sp>
        <p:nvSpPr>
          <p:cNvPr id="79" name="shape-678">
            <a:extLst>
              <a:ext uri="{FF2B5EF4-FFF2-40B4-BE49-F238E27FC236}">
                <a16:creationId xmlns:a16="http://schemas.microsoft.com/office/drawing/2014/main" id="{753699BC-B406-477B-BC52-7911D13B9AD7}"/>
              </a:ext>
            </a:extLst>
          </p:cNvPr>
          <p:cNvSpPr>
            <a:spLocks noGrp="1"/>
          </p:cNvSpPr>
          <p:nvPr/>
        </p:nvSpPr>
        <p:spPr>
          <a:xfrm>
            <a:off x="12714923" y="4761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0" name="shape-679">
            <a:extLst>
              <a:ext uri="{FF2B5EF4-FFF2-40B4-BE49-F238E27FC236}">
                <a16:creationId xmlns:a16="http://schemas.microsoft.com/office/drawing/2014/main" id="{FCFE8A33-3EC4-4A18-ACED-07902F6425A9}"/>
              </a:ext>
            </a:extLst>
          </p:cNvPr>
          <p:cNvSpPr>
            <a:spLocks noGrp="1"/>
          </p:cNvSpPr>
          <p:nvPr/>
        </p:nvSpPr>
        <p:spPr>
          <a:xfrm>
            <a:off x="13334048" y="4761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4" name="直接箭头连接符 173"/>
          <p:cNvCxnSpPr>
            <a:stCxn id="79" idx="3"/>
            <a:endCxn id="80" idx="1"/>
          </p:cNvCxnSpPr>
          <p:nvPr/>
        </p:nvCxnSpPr>
        <p:spPr>
          <a:xfrm>
            <a:off x="12716828" y="4762501"/>
            <a:ext cx="61722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82" name="shape-680">
            <a:extLst>
              <a:ext uri="{FF2B5EF4-FFF2-40B4-BE49-F238E27FC236}">
                <a16:creationId xmlns:a16="http://schemas.microsoft.com/office/drawing/2014/main" id="{3F1904D3-7892-434D-9784-011008E1E387}"/>
              </a:ext>
            </a:extLst>
          </p:cNvPr>
          <p:cNvSpPr>
            <a:spLocks noGrp="1"/>
          </p:cNvSpPr>
          <p:nvPr/>
        </p:nvSpPr>
        <p:spPr>
          <a:xfrm>
            <a:off x="1446848" y="37995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3" name="shape-681">
            <a:extLst>
              <a:ext uri="{FF2B5EF4-FFF2-40B4-BE49-F238E27FC236}">
                <a16:creationId xmlns:a16="http://schemas.microsoft.com/office/drawing/2014/main" id="{00B80139-16A0-41A4-B206-8FA2BA779800}"/>
              </a:ext>
            </a:extLst>
          </p:cNvPr>
          <p:cNvSpPr>
            <a:spLocks noGrp="1"/>
          </p:cNvSpPr>
          <p:nvPr/>
        </p:nvSpPr>
        <p:spPr>
          <a:xfrm>
            <a:off x="1446848" y="20183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7" name="直接箭头连接符 176"/>
          <p:cNvCxnSpPr>
            <a:stCxn id="82" idx="3"/>
            <a:endCxn id="83" idx="1"/>
          </p:cNvCxnSpPr>
          <p:nvPr/>
        </p:nvCxnSpPr>
        <p:spPr>
          <a:xfrm flipH="1" flipV="1">
            <a:off x="1446848" y="2019301"/>
            <a:ext cx="1905" cy="178117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85" name="shape-682">
            <a:extLst>
              <a:ext uri="{FF2B5EF4-FFF2-40B4-BE49-F238E27FC236}">
                <a16:creationId xmlns:a16="http://schemas.microsoft.com/office/drawing/2014/main" id="{00165B22-EE1A-4835-B8E5-0450BAD03ECF}"/>
              </a:ext>
            </a:extLst>
          </p:cNvPr>
          <p:cNvSpPr>
            <a:spLocks noGrp="1"/>
          </p:cNvSpPr>
          <p:nvPr/>
        </p:nvSpPr>
        <p:spPr>
          <a:xfrm>
            <a:off x="1446848" y="20183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6" name="shape-683">
            <a:extLst>
              <a:ext uri="{FF2B5EF4-FFF2-40B4-BE49-F238E27FC236}">
                <a16:creationId xmlns:a16="http://schemas.microsoft.com/office/drawing/2014/main" id="{1C04256F-7C16-40B9-A090-CDDF183D5A5E}"/>
              </a:ext>
            </a:extLst>
          </p:cNvPr>
          <p:cNvSpPr>
            <a:spLocks noGrp="1"/>
          </p:cNvSpPr>
          <p:nvPr/>
        </p:nvSpPr>
        <p:spPr>
          <a:xfrm>
            <a:off x="12476798" y="20183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80" name="直接箭头连接符 179"/>
          <p:cNvCxnSpPr>
            <a:stCxn id="85" idx="3"/>
            <a:endCxn id="86" idx="1"/>
          </p:cNvCxnSpPr>
          <p:nvPr/>
        </p:nvCxnSpPr>
        <p:spPr>
          <a:xfrm>
            <a:off x="1448753" y="2019301"/>
            <a:ext cx="11028045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88" name="shape-684">
            <a:extLst>
              <a:ext uri="{FF2B5EF4-FFF2-40B4-BE49-F238E27FC236}">
                <a16:creationId xmlns:a16="http://schemas.microsoft.com/office/drawing/2014/main" id="{147ADE69-EA69-48C0-A0BC-7C7459D3527D}"/>
              </a:ext>
            </a:extLst>
          </p:cNvPr>
          <p:cNvSpPr>
            <a:spLocks noGrp="1"/>
          </p:cNvSpPr>
          <p:nvPr/>
        </p:nvSpPr>
        <p:spPr>
          <a:xfrm>
            <a:off x="12476798" y="20183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9" name="shape-685">
            <a:extLst>
              <a:ext uri="{FF2B5EF4-FFF2-40B4-BE49-F238E27FC236}">
                <a16:creationId xmlns:a16="http://schemas.microsoft.com/office/drawing/2014/main" id="{D47EF1B3-E341-47BD-8631-62AB2877DC0B}"/>
              </a:ext>
            </a:extLst>
          </p:cNvPr>
          <p:cNvSpPr>
            <a:spLocks noGrp="1"/>
          </p:cNvSpPr>
          <p:nvPr/>
        </p:nvSpPr>
        <p:spPr>
          <a:xfrm>
            <a:off x="12476798" y="4523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83" name="直接箭头连接符 182"/>
          <p:cNvCxnSpPr>
            <a:stCxn id="88" idx="3"/>
            <a:endCxn id="89" idx="1"/>
          </p:cNvCxnSpPr>
          <p:nvPr/>
        </p:nvCxnSpPr>
        <p:spPr>
          <a:xfrm flipH="1">
            <a:off x="12476798" y="2019301"/>
            <a:ext cx="1905" cy="250507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91" name="shape-686">
            <a:extLst>
              <a:ext uri="{FF2B5EF4-FFF2-40B4-BE49-F238E27FC236}">
                <a16:creationId xmlns:a16="http://schemas.microsoft.com/office/drawing/2014/main" id="{68CC8879-8B31-438E-89BC-30E305C9D6EF}"/>
              </a:ext>
            </a:extLst>
          </p:cNvPr>
          <p:cNvSpPr>
            <a:spLocks noGrp="1"/>
          </p:cNvSpPr>
          <p:nvPr/>
        </p:nvSpPr>
        <p:spPr>
          <a:xfrm>
            <a:off x="8953500" y="2047875"/>
            <a:ext cx="2286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恒等路径</a:t>
            </a:r>
          </a:p>
        </p:txBody>
      </p:sp>
      <p:sp>
        <p:nvSpPr>
          <p:cNvPr id="92" name="shape-687">
            <a:extLst>
              <a:ext uri="{FF2B5EF4-FFF2-40B4-BE49-F238E27FC236}">
                <a16:creationId xmlns:a16="http://schemas.microsoft.com/office/drawing/2014/main" id="{F94AE2FB-4858-44C5-9F60-427E0FFBC25F}"/>
              </a:ext>
            </a:extLst>
          </p:cNvPr>
          <p:cNvSpPr>
            <a:spLocks noGrp="1"/>
          </p:cNvSpPr>
          <p:nvPr/>
        </p:nvSpPr>
        <p:spPr>
          <a:xfrm>
            <a:off x="571500" y="6267450"/>
            <a:ext cx="6572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85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y = x + α · D(x) ⊙ E(x)</a:t>
            </a:r>
          </a:p>
        </p:txBody>
      </p:sp>
      <p:sp>
        <p:nvSpPr>
          <p:cNvPr id="93" name="shape-688">
            <a:extLst>
              <a:ext uri="{FF2B5EF4-FFF2-40B4-BE49-F238E27FC236}">
                <a16:creationId xmlns:a16="http://schemas.microsoft.com/office/drawing/2014/main" id="{18971A93-2FA4-44EB-A789-46DB6794A7EF}"/>
              </a:ext>
            </a:extLst>
          </p:cNvPr>
          <p:cNvSpPr>
            <a:spLocks noGrp="1"/>
          </p:cNvSpPr>
          <p:nvPr/>
        </p:nvSpPr>
        <p:spPr>
          <a:xfrm>
            <a:off x="571500" y="7229475"/>
            <a:ext cx="14001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α=0 时为恒等映射，训练逐步学习边界细节的注入强度</a:t>
            </a:r>
          </a:p>
        </p:txBody>
      </p:sp>
    </p:spTree>
    <p:extLst>
      <p:ext uri="{BB962C8B-B14F-4D97-AF65-F5344CB8AC3E}">
        <p14:creationId xmlns:p14="http://schemas.microsoft.com/office/powerpoint/2010/main" val="949125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-689">
            <a:extLst>
              <a:ext uri="{FF2B5EF4-FFF2-40B4-BE49-F238E27FC236}">
                <a16:creationId xmlns:a16="http://schemas.microsoft.com/office/drawing/2014/main" id="{452F424E-FBFE-48F3-946E-5D302EED4ED6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400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SCDS 原生尺度深监督</a:t>
            </a:r>
          </a:p>
        </p:txBody>
      </p:sp>
      <p:sp>
        <p:nvSpPr>
          <p:cNvPr id="2" name="shape-690">
            <a:extLst>
              <a:ext uri="{FF2B5EF4-FFF2-40B4-BE49-F238E27FC236}">
                <a16:creationId xmlns:a16="http://schemas.microsoft.com/office/drawing/2014/main" id="{9DBE3E8D-411A-495A-90E0-839A7DF9C756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390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四个预测头独立学习，在各输出分辨率上匹配标签的区域占比</a:t>
            </a:r>
          </a:p>
        </p:txBody>
      </p:sp>
      <p:sp>
        <p:nvSpPr>
          <p:cNvPr id="3" name="shape-691">
            <a:extLst>
              <a:ext uri="{FF2B5EF4-FFF2-40B4-BE49-F238E27FC236}">
                <a16:creationId xmlns:a16="http://schemas.microsoft.com/office/drawing/2014/main" id="{1B128FE8-7AD0-4273-91EB-82D89DD28CE7}"/>
              </a:ext>
            </a:extLst>
          </p:cNvPr>
          <p:cNvSpPr>
            <a:spLocks noGrp="1"/>
          </p:cNvSpPr>
          <p:nvPr/>
        </p:nvSpPr>
        <p:spPr>
          <a:xfrm>
            <a:off x="570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shape-692">
            <a:extLst>
              <a:ext uri="{FF2B5EF4-FFF2-40B4-BE49-F238E27FC236}">
                <a16:creationId xmlns:a16="http://schemas.microsoft.com/office/drawing/2014/main" id="{84BDBE18-6888-40A4-8B50-EED90F829AE3}"/>
              </a:ext>
            </a:extLst>
          </p:cNvPr>
          <p:cNvSpPr>
            <a:spLocks noGrp="1"/>
          </p:cNvSpPr>
          <p:nvPr/>
        </p:nvSpPr>
        <p:spPr>
          <a:xfrm>
            <a:off x="14667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08" name="直接箭头连接符 107"/>
          <p:cNvCxnSpPr>
            <a:stCxn id="3" idx="3"/>
            <a:endCxn id="4" idx="1"/>
          </p:cNvCxnSpPr>
          <p:nvPr/>
        </p:nvCxnSpPr>
        <p:spPr>
          <a:xfrm>
            <a:off x="572453" y="1657351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6" name="shape-693">
            <a:extLst>
              <a:ext uri="{FF2B5EF4-FFF2-40B4-BE49-F238E27FC236}">
                <a16:creationId xmlns:a16="http://schemas.microsoft.com/office/drawing/2014/main" id="{3352BA53-04CE-4DA9-A18E-56924C9E4F55}"/>
              </a:ext>
            </a:extLst>
          </p:cNvPr>
          <p:cNvSpPr>
            <a:spLocks noGrp="1"/>
          </p:cNvSpPr>
          <p:nvPr/>
        </p:nvSpPr>
        <p:spPr>
          <a:xfrm>
            <a:off x="570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" name="shape-694">
            <a:extLst>
              <a:ext uri="{FF2B5EF4-FFF2-40B4-BE49-F238E27FC236}">
                <a16:creationId xmlns:a16="http://schemas.microsoft.com/office/drawing/2014/main" id="{82FA8737-BF93-4680-8F32-7F34B53D3283}"/>
              </a:ext>
            </a:extLst>
          </p:cNvPr>
          <p:cNvSpPr>
            <a:spLocks noGrp="1"/>
          </p:cNvSpPr>
          <p:nvPr/>
        </p:nvSpPr>
        <p:spPr>
          <a:xfrm>
            <a:off x="14667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11" name="直接箭头连接符 110"/>
          <p:cNvCxnSpPr>
            <a:stCxn id="6" idx="3"/>
            <a:endCxn id="7" idx="1"/>
          </p:cNvCxnSpPr>
          <p:nvPr/>
        </p:nvCxnSpPr>
        <p:spPr>
          <a:xfrm>
            <a:off x="572453" y="7953376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9" name="shape-695">
            <a:extLst>
              <a:ext uri="{FF2B5EF4-FFF2-40B4-BE49-F238E27FC236}">
                <a16:creationId xmlns:a16="http://schemas.microsoft.com/office/drawing/2014/main" id="{CE084908-86BD-4545-8D48-9BA2BC9581BD}"/>
              </a:ext>
            </a:extLst>
          </p:cNvPr>
          <p:cNvSpPr>
            <a:spLocks noGrp="1"/>
          </p:cNvSpPr>
          <p:nvPr/>
        </p:nvSpPr>
        <p:spPr>
          <a:xfrm>
            <a:off x="571500" y="8067675"/>
            <a:ext cx="1323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当前默认：supervision_mode=native，ds_profile=legacy。后者仅表示损失权重，不表示全分辨率监督。</a:t>
            </a:r>
          </a:p>
        </p:txBody>
      </p:sp>
      <p:sp>
        <p:nvSpPr>
          <p:cNvPr id="10" name="shape-696">
            <a:extLst>
              <a:ext uri="{FF2B5EF4-FFF2-40B4-BE49-F238E27FC236}">
                <a16:creationId xmlns:a16="http://schemas.microsoft.com/office/drawing/2014/main" id="{DF22E59D-F4C1-4DBE-B697-F27EF9970835}"/>
              </a:ext>
            </a:extLst>
          </p:cNvPr>
          <p:cNvSpPr>
            <a:spLocks noGrp="1"/>
          </p:cNvSpPr>
          <p:nvPr/>
        </p:nvSpPr>
        <p:spPr>
          <a:xfrm>
            <a:off x="14097000" y="806767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11" name="shape-697">
            <a:extLst>
              <a:ext uri="{FF2B5EF4-FFF2-40B4-BE49-F238E27FC236}">
                <a16:creationId xmlns:a16="http://schemas.microsoft.com/office/drawing/2014/main" id="{60BCC29B-F3C5-497F-AE2A-D1A678E0C259}"/>
              </a:ext>
            </a:extLst>
          </p:cNvPr>
          <p:cNvSpPr>
            <a:spLocks noGrp="1"/>
          </p:cNvSpPr>
          <p:nvPr/>
        </p:nvSpPr>
        <p:spPr>
          <a:xfrm>
            <a:off x="571500" y="19431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主输出</a:t>
            </a:r>
          </a:p>
        </p:txBody>
      </p:sp>
      <p:sp>
        <p:nvSpPr>
          <p:cNvPr id="12" name="shape-698">
            <a:extLst>
              <a:ext uri="{FF2B5EF4-FFF2-40B4-BE49-F238E27FC236}">
                <a16:creationId xmlns:a16="http://schemas.microsoft.com/office/drawing/2014/main" id="{AA34CD38-4A9E-4D89-A038-B98E40C99A21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3143250" cy="714375"/>
          </a:xfrm>
          <a:prstGeom prst="roundRect">
            <a:avLst>
              <a:gd name="adj" fmla="val 9333"/>
            </a:avLst>
          </a:prstGeom>
          <a:solidFill>
            <a:srgbClr val="FCF0DF"/>
          </a:solidFill>
          <a:ln w="15240">
            <a:solidFill>
              <a:srgbClr val="AB661C"/>
            </a:solidFill>
            <a:prstDash val="solid"/>
          </a:ln>
        </p:spPr>
      </p:sp>
      <p:sp>
        <p:nvSpPr>
          <p:cNvPr id="13" name="shape-699">
            <a:extLst>
              <a:ext uri="{FF2B5EF4-FFF2-40B4-BE49-F238E27FC236}">
                <a16:creationId xmlns:a16="http://schemas.microsoft.com/office/drawing/2014/main" id="{33645FEF-38B1-44E6-9BF0-CF4B9547599B}"/>
              </a:ext>
            </a:extLst>
          </p:cNvPr>
          <p:cNvSpPr>
            <a:spLocks noGrp="1"/>
          </p:cNvSpPr>
          <p:nvPr/>
        </p:nvSpPr>
        <p:spPr>
          <a:xfrm>
            <a:off x="666750" y="2657475"/>
            <a:ext cx="295275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EdgeGate(z1)</a:t>
            </a:r>
          </a:p>
        </p:txBody>
      </p:sp>
      <p:sp>
        <p:nvSpPr>
          <p:cNvPr id="14" name="shape-700">
            <a:extLst>
              <a:ext uri="{FF2B5EF4-FFF2-40B4-BE49-F238E27FC236}">
                <a16:creationId xmlns:a16="http://schemas.microsoft.com/office/drawing/2014/main" id="{3DFFBA3E-4BC0-46D1-A3F9-F5A855892A68}"/>
              </a:ext>
            </a:extLst>
          </p:cNvPr>
          <p:cNvSpPr>
            <a:spLocks noGrp="1"/>
          </p:cNvSpPr>
          <p:nvPr/>
        </p:nvSpPr>
        <p:spPr>
          <a:xfrm>
            <a:off x="666750" y="2914650"/>
            <a:ext cx="295275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64×64×64</a:t>
            </a:r>
          </a:p>
        </p:txBody>
      </p:sp>
      <p:sp>
        <p:nvSpPr>
          <p:cNvPr id="15" name="shape-701">
            <a:extLst>
              <a:ext uri="{FF2B5EF4-FFF2-40B4-BE49-F238E27FC236}">
                <a16:creationId xmlns:a16="http://schemas.microsoft.com/office/drawing/2014/main" id="{0DA6BAEF-0A1C-4B12-B17D-9D5996942320}"/>
              </a:ext>
            </a:extLst>
          </p:cNvPr>
          <p:cNvSpPr>
            <a:spLocks noGrp="1"/>
          </p:cNvSpPr>
          <p:nvPr/>
        </p:nvSpPr>
        <p:spPr>
          <a:xfrm>
            <a:off x="571500" y="3810000"/>
            <a:ext cx="3143250" cy="714375"/>
          </a:xfrm>
          <a:prstGeom prst="roundRect">
            <a:avLst>
              <a:gd name="adj" fmla="val 9333"/>
            </a:avLst>
          </a:prstGeom>
          <a:solidFill>
            <a:srgbClr val="FCF0DF"/>
          </a:solidFill>
          <a:ln w="15240">
            <a:solidFill>
              <a:srgbClr val="AB661C"/>
            </a:solidFill>
            <a:prstDash val="solid"/>
          </a:ln>
        </p:spPr>
      </p:sp>
      <p:sp>
        <p:nvSpPr>
          <p:cNvPr id="16" name="shape-702">
            <a:extLst>
              <a:ext uri="{FF2B5EF4-FFF2-40B4-BE49-F238E27FC236}">
                <a16:creationId xmlns:a16="http://schemas.microsoft.com/office/drawing/2014/main" id="{2C23F390-C50E-4042-910A-141D1A1806C7}"/>
              </a:ext>
            </a:extLst>
          </p:cNvPr>
          <p:cNvSpPr>
            <a:spLocks noGrp="1"/>
          </p:cNvSpPr>
          <p:nvPr/>
        </p:nvSpPr>
        <p:spPr>
          <a:xfrm>
            <a:off x="666750" y="3895725"/>
            <a:ext cx="295275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独立 Conv1×1 头 1</a:t>
            </a:r>
          </a:p>
        </p:txBody>
      </p:sp>
      <p:sp>
        <p:nvSpPr>
          <p:cNvPr id="17" name="shape-703">
            <a:extLst>
              <a:ext uri="{FF2B5EF4-FFF2-40B4-BE49-F238E27FC236}">
                <a16:creationId xmlns:a16="http://schemas.microsoft.com/office/drawing/2014/main" id="{BB53770F-B315-415E-A6A9-571775644734}"/>
              </a:ext>
            </a:extLst>
          </p:cNvPr>
          <p:cNvSpPr>
            <a:spLocks noGrp="1"/>
          </p:cNvSpPr>
          <p:nvPr/>
        </p:nvSpPr>
        <p:spPr>
          <a:xfrm>
            <a:off x="666750" y="4152900"/>
            <a:ext cx="295275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64 → 1 ch</a:t>
            </a:r>
          </a:p>
        </p:txBody>
      </p:sp>
      <p:sp>
        <p:nvSpPr>
          <p:cNvPr id="18" name="shape-704">
            <a:extLst>
              <a:ext uri="{FF2B5EF4-FFF2-40B4-BE49-F238E27FC236}">
                <a16:creationId xmlns:a16="http://schemas.microsoft.com/office/drawing/2014/main" id="{EF880EF3-94C2-4564-A088-0C6015B684A4}"/>
              </a:ext>
            </a:extLst>
          </p:cNvPr>
          <p:cNvSpPr>
            <a:spLocks noGrp="1"/>
          </p:cNvSpPr>
          <p:nvPr/>
        </p:nvSpPr>
        <p:spPr>
          <a:xfrm>
            <a:off x="571500" y="5048250"/>
            <a:ext cx="3143250" cy="857250"/>
          </a:xfrm>
          <a:prstGeom prst="roundRect">
            <a:avLst>
              <a:gd name="adj" fmla="val 7778"/>
            </a:avLst>
          </a:prstGeom>
          <a:solidFill>
            <a:srgbClr val="FCF0DF"/>
          </a:solidFill>
          <a:ln w="15240">
            <a:solidFill>
              <a:srgbClr val="AB661C"/>
            </a:solidFill>
            <a:prstDash val="solid"/>
          </a:ln>
        </p:spPr>
      </p:sp>
      <p:sp>
        <p:nvSpPr>
          <p:cNvPr id="19" name="shape-705">
            <a:extLst>
              <a:ext uri="{FF2B5EF4-FFF2-40B4-BE49-F238E27FC236}">
                <a16:creationId xmlns:a16="http://schemas.microsoft.com/office/drawing/2014/main" id="{2B70A948-C9CA-4CE0-9969-59B6345DE763}"/>
              </a:ext>
            </a:extLst>
          </p:cNvPr>
          <p:cNvSpPr>
            <a:spLocks noGrp="1"/>
          </p:cNvSpPr>
          <p:nvPr/>
        </p:nvSpPr>
        <p:spPr>
          <a:xfrm>
            <a:off x="666750" y="5133975"/>
            <a:ext cx="295275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↑4 logits + sigmoid</a:t>
            </a:r>
          </a:p>
        </p:txBody>
      </p:sp>
      <p:sp>
        <p:nvSpPr>
          <p:cNvPr id="20" name="shape-706">
            <a:extLst>
              <a:ext uri="{FF2B5EF4-FFF2-40B4-BE49-F238E27FC236}">
                <a16:creationId xmlns:a16="http://schemas.microsoft.com/office/drawing/2014/main" id="{45F67B6C-AB3E-43D7-B284-8CD657A87635}"/>
              </a:ext>
            </a:extLst>
          </p:cNvPr>
          <p:cNvSpPr>
            <a:spLocks noGrp="1"/>
          </p:cNvSpPr>
          <p:nvPr/>
        </p:nvSpPr>
        <p:spPr>
          <a:xfrm>
            <a:off x="666750" y="5459730"/>
            <a:ext cx="2952750" cy="3686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p1：1×256×256</a:t>
            </a:r>
          </a:p>
        </p:txBody>
      </p:sp>
      <p:sp>
        <p:nvSpPr>
          <p:cNvPr id="21" name="shape-707">
            <a:extLst>
              <a:ext uri="{FF2B5EF4-FFF2-40B4-BE49-F238E27FC236}">
                <a16:creationId xmlns:a16="http://schemas.microsoft.com/office/drawing/2014/main" id="{1CECD11B-525F-4AF5-9B18-C6D934E667B2}"/>
              </a:ext>
            </a:extLst>
          </p:cNvPr>
          <p:cNvSpPr>
            <a:spLocks noGrp="1"/>
          </p:cNvSpPr>
          <p:nvPr/>
        </p:nvSpPr>
        <p:spPr>
          <a:xfrm>
            <a:off x="2142173" y="3285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2" name="shape-708">
            <a:extLst>
              <a:ext uri="{FF2B5EF4-FFF2-40B4-BE49-F238E27FC236}">
                <a16:creationId xmlns:a16="http://schemas.microsoft.com/office/drawing/2014/main" id="{3FC1C596-4722-4024-9D85-C4F2778C9C79}"/>
              </a:ext>
            </a:extLst>
          </p:cNvPr>
          <p:cNvSpPr>
            <a:spLocks noGrp="1"/>
          </p:cNvSpPr>
          <p:nvPr/>
        </p:nvSpPr>
        <p:spPr>
          <a:xfrm>
            <a:off x="2142173" y="38090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6" name="直接箭头连接符 125"/>
          <p:cNvCxnSpPr>
            <a:stCxn id="21" idx="3"/>
            <a:endCxn id="22" idx="1"/>
          </p:cNvCxnSpPr>
          <p:nvPr/>
        </p:nvCxnSpPr>
        <p:spPr>
          <a:xfrm flipH="1">
            <a:off x="2142173" y="3286126"/>
            <a:ext cx="1905" cy="523875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24" name="shape-709">
            <a:extLst>
              <a:ext uri="{FF2B5EF4-FFF2-40B4-BE49-F238E27FC236}">
                <a16:creationId xmlns:a16="http://schemas.microsoft.com/office/drawing/2014/main" id="{CCAE790D-5027-44A5-A68E-71A92D778CDF}"/>
              </a:ext>
            </a:extLst>
          </p:cNvPr>
          <p:cNvSpPr>
            <a:spLocks noGrp="1"/>
          </p:cNvSpPr>
          <p:nvPr/>
        </p:nvSpPr>
        <p:spPr>
          <a:xfrm>
            <a:off x="2142173" y="4523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5" name="shape-710">
            <a:extLst>
              <a:ext uri="{FF2B5EF4-FFF2-40B4-BE49-F238E27FC236}">
                <a16:creationId xmlns:a16="http://schemas.microsoft.com/office/drawing/2014/main" id="{D1298B44-3A0C-469A-BB47-04836FDA7C89}"/>
              </a:ext>
            </a:extLst>
          </p:cNvPr>
          <p:cNvSpPr>
            <a:spLocks noGrp="1"/>
          </p:cNvSpPr>
          <p:nvPr/>
        </p:nvSpPr>
        <p:spPr>
          <a:xfrm>
            <a:off x="2142173" y="5047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29" name="直接箭头连接符 128"/>
          <p:cNvCxnSpPr>
            <a:stCxn id="24" idx="3"/>
            <a:endCxn id="25" idx="1"/>
          </p:cNvCxnSpPr>
          <p:nvPr/>
        </p:nvCxnSpPr>
        <p:spPr>
          <a:xfrm flipH="1">
            <a:off x="2142173" y="4524376"/>
            <a:ext cx="1905" cy="523875"/>
          </a:xfrm>
          <a:prstGeom prst="straightConnector1">
            <a:avLst/>
          </a:prstGeom>
          <a:ln w="21908">
            <a:solidFill>
              <a:srgbClr val="AB661C"/>
            </a:solidFill>
            <a:prstDash val="solid"/>
            <a:tailEnd type="triangle" w="sm" len="sm"/>
          </a:ln>
        </p:spPr>
      </p:cxnSp>
      <p:sp>
        <p:nvSpPr>
          <p:cNvPr id="27" name="shape-711">
            <a:extLst>
              <a:ext uri="{FF2B5EF4-FFF2-40B4-BE49-F238E27FC236}">
                <a16:creationId xmlns:a16="http://schemas.microsoft.com/office/drawing/2014/main" id="{6035C0AD-514B-4199-AED5-89F7F0E21889}"/>
              </a:ext>
            </a:extLst>
          </p:cNvPr>
          <p:cNvSpPr>
            <a:spLocks noGrp="1"/>
          </p:cNvSpPr>
          <p:nvPr/>
        </p:nvSpPr>
        <p:spPr>
          <a:xfrm>
            <a:off x="2142173" y="5904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8" name="shape-712">
            <a:extLst>
              <a:ext uri="{FF2B5EF4-FFF2-40B4-BE49-F238E27FC236}">
                <a16:creationId xmlns:a16="http://schemas.microsoft.com/office/drawing/2014/main" id="{AEDC6DF0-4662-4FE2-BA69-B2923061D3AC}"/>
              </a:ext>
            </a:extLst>
          </p:cNvPr>
          <p:cNvSpPr>
            <a:spLocks noGrp="1"/>
          </p:cNvSpPr>
          <p:nvPr/>
        </p:nvSpPr>
        <p:spPr>
          <a:xfrm>
            <a:off x="2142173" y="6256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32" name="直接箭头连接符 131"/>
          <p:cNvCxnSpPr>
            <a:stCxn id="27" idx="3"/>
            <a:endCxn id="28" idx="1"/>
          </p:cNvCxnSpPr>
          <p:nvPr/>
        </p:nvCxnSpPr>
        <p:spPr>
          <a:xfrm flipH="1">
            <a:off x="2142173" y="5905501"/>
            <a:ext cx="1905" cy="352425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triangle" w="sm" len="sm"/>
          </a:ln>
        </p:spPr>
      </p:cxnSp>
      <p:sp>
        <p:nvSpPr>
          <p:cNvPr id="30" name="shape-713">
            <a:extLst>
              <a:ext uri="{FF2B5EF4-FFF2-40B4-BE49-F238E27FC236}">
                <a16:creationId xmlns:a16="http://schemas.microsoft.com/office/drawing/2014/main" id="{BCED2C8A-0C56-4672-94CE-94B2283F0984}"/>
              </a:ext>
            </a:extLst>
          </p:cNvPr>
          <p:cNvSpPr>
            <a:spLocks noGrp="1"/>
          </p:cNvSpPr>
          <p:nvPr/>
        </p:nvSpPr>
        <p:spPr>
          <a:xfrm>
            <a:off x="571500" y="6257925"/>
            <a:ext cx="3143250" cy="885825"/>
          </a:xfrm>
          <a:prstGeom prst="roundRect">
            <a:avLst>
              <a:gd name="adj" fmla="val 7527"/>
            </a:avLst>
          </a:prstGeom>
          <a:solidFill>
            <a:srgbClr val="F2F5F7"/>
          </a:solidFill>
          <a:ln w="15240">
            <a:solidFill>
              <a:srgbClr val="738492"/>
            </a:solidFill>
            <a:prstDash val="solid"/>
          </a:ln>
        </p:spPr>
      </p:sp>
      <p:sp>
        <p:nvSpPr>
          <p:cNvPr id="31" name="shape-714">
            <a:extLst>
              <a:ext uri="{FF2B5EF4-FFF2-40B4-BE49-F238E27FC236}">
                <a16:creationId xmlns:a16="http://schemas.microsoft.com/office/drawing/2014/main" id="{507C5E79-7C8B-419A-9916-5E5F4F73B3DA}"/>
              </a:ext>
            </a:extLst>
          </p:cNvPr>
          <p:cNvSpPr>
            <a:spLocks noGrp="1"/>
          </p:cNvSpPr>
          <p:nvPr/>
        </p:nvSpPr>
        <p:spPr>
          <a:xfrm>
            <a:off x="666750" y="6343650"/>
            <a:ext cx="2952750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rPr>
              <a:t>L1 = BCE + Soft Dice</a:t>
            </a:r>
          </a:p>
        </p:txBody>
      </p:sp>
      <p:sp>
        <p:nvSpPr>
          <p:cNvPr id="32" name="shape-715">
            <a:extLst>
              <a:ext uri="{FF2B5EF4-FFF2-40B4-BE49-F238E27FC236}">
                <a16:creationId xmlns:a16="http://schemas.microsoft.com/office/drawing/2014/main" id="{4B1528C2-8155-4A47-A69B-B63125F8B97D}"/>
              </a:ext>
            </a:extLst>
          </p:cNvPr>
          <p:cNvSpPr>
            <a:spLocks noGrp="1"/>
          </p:cNvSpPr>
          <p:nvPr/>
        </p:nvSpPr>
        <p:spPr>
          <a:xfrm>
            <a:off x="666750" y="6683121"/>
            <a:ext cx="2952750" cy="380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Y1 = AvgPool(Y, 256×256)</a:t>
            </a:r>
          </a:p>
        </p:txBody>
      </p:sp>
      <p:sp>
        <p:nvSpPr>
          <p:cNvPr id="33" name="shape-716">
            <a:extLst>
              <a:ext uri="{FF2B5EF4-FFF2-40B4-BE49-F238E27FC236}">
                <a16:creationId xmlns:a16="http://schemas.microsoft.com/office/drawing/2014/main" id="{F20BA0C4-B960-47B0-AA22-AA7343731BE9}"/>
              </a:ext>
            </a:extLst>
          </p:cNvPr>
          <p:cNvSpPr>
            <a:spLocks noGrp="1"/>
          </p:cNvSpPr>
          <p:nvPr/>
        </p:nvSpPr>
        <p:spPr>
          <a:xfrm>
            <a:off x="571500" y="72390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AB661C"/>
                </a:solidFill>
                <a:latin typeface="Noto Sans CJK SC"/>
                <a:ea typeface="Noto Sans CJK SC"/>
                <a:cs typeface="Noto Sans CJK SC"/>
              </a:rPr>
              <a:t>权重 1.0</a:t>
            </a:r>
          </a:p>
        </p:txBody>
      </p:sp>
      <p:sp>
        <p:nvSpPr>
          <p:cNvPr id="34" name="shape-717">
            <a:extLst>
              <a:ext uri="{FF2B5EF4-FFF2-40B4-BE49-F238E27FC236}">
                <a16:creationId xmlns:a16="http://schemas.microsoft.com/office/drawing/2014/main" id="{376818AC-2337-4214-8BE9-12C3C658E2F8}"/>
              </a:ext>
            </a:extLst>
          </p:cNvPr>
          <p:cNvSpPr>
            <a:spLocks noGrp="1"/>
          </p:cNvSpPr>
          <p:nvPr/>
        </p:nvSpPr>
        <p:spPr>
          <a:xfrm>
            <a:off x="4191000" y="19431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辅助输出 1</a:t>
            </a:r>
          </a:p>
        </p:txBody>
      </p:sp>
      <p:sp>
        <p:nvSpPr>
          <p:cNvPr id="35" name="shape-718">
            <a:extLst>
              <a:ext uri="{FF2B5EF4-FFF2-40B4-BE49-F238E27FC236}">
                <a16:creationId xmlns:a16="http://schemas.microsoft.com/office/drawing/2014/main" id="{8D12FD09-FE84-4CA6-A579-9FDA81439309}"/>
              </a:ext>
            </a:extLst>
          </p:cNvPr>
          <p:cNvSpPr>
            <a:spLocks noGrp="1"/>
          </p:cNvSpPr>
          <p:nvPr/>
        </p:nvSpPr>
        <p:spPr>
          <a:xfrm>
            <a:off x="4191000" y="2571750"/>
            <a:ext cx="3143250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36" name="shape-719">
            <a:extLst>
              <a:ext uri="{FF2B5EF4-FFF2-40B4-BE49-F238E27FC236}">
                <a16:creationId xmlns:a16="http://schemas.microsoft.com/office/drawing/2014/main" id="{711399C7-2EB8-4832-A4D2-78EE89F662C8}"/>
              </a:ext>
            </a:extLst>
          </p:cNvPr>
          <p:cNvSpPr>
            <a:spLocks noGrp="1"/>
          </p:cNvSpPr>
          <p:nvPr/>
        </p:nvSpPr>
        <p:spPr>
          <a:xfrm>
            <a:off x="4286250" y="2657475"/>
            <a:ext cx="295275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z2</a:t>
            </a:r>
          </a:p>
        </p:txBody>
      </p:sp>
      <p:sp>
        <p:nvSpPr>
          <p:cNvPr id="37" name="shape-720">
            <a:extLst>
              <a:ext uri="{FF2B5EF4-FFF2-40B4-BE49-F238E27FC236}">
                <a16:creationId xmlns:a16="http://schemas.microsoft.com/office/drawing/2014/main" id="{46036C2B-7DEB-426A-9825-2FDC109F42A2}"/>
              </a:ext>
            </a:extLst>
          </p:cNvPr>
          <p:cNvSpPr>
            <a:spLocks noGrp="1"/>
          </p:cNvSpPr>
          <p:nvPr/>
        </p:nvSpPr>
        <p:spPr>
          <a:xfrm>
            <a:off x="4286250" y="2914650"/>
            <a:ext cx="295275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64×32×32</a:t>
            </a:r>
          </a:p>
        </p:txBody>
      </p:sp>
      <p:sp>
        <p:nvSpPr>
          <p:cNvPr id="38" name="shape-721">
            <a:extLst>
              <a:ext uri="{FF2B5EF4-FFF2-40B4-BE49-F238E27FC236}">
                <a16:creationId xmlns:a16="http://schemas.microsoft.com/office/drawing/2014/main" id="{8F147BAA-B1D3-4176-9E96-45D281E798FF}"/>
              </a:ext>
            </a:extLst>
          </p:cNvPr>
          <p:cNvSpPr>
            <a:spLocks noGrp="1"/>
          </p:cNvSpPr>
          <p:nvPr/>
        </p:nvSpPr>
        <p:spPr>
          <a:xfrm>
            <a:off x="4191000" y="3810000"/>
            <a:ext cx="3143250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39" name="shape-722">
            <a:extLst>
              <a:ext uri="{FF2B5EF4-FFF2-40B4-BE49-F238E27FC236}">
                <a16:creationId xmlns:a16="http://schemas.microsoft.com/office/drawing/2014/main" id="{A209D4E3-0DDA-485B-B39D-E7F36F385A87}"/>
              </a:ext>
            </a:extLst>
          </p:cNvPr>
          <p:cNvSpPr>
            <a:spLocks noGrp="1"/>
          </p:cNvSpPr>
          <p:nvPr/>
        </p:nvSpPr>
        <p:spPr>
          <a:xfrm>
            <a:off x="4286250" y="3895725"/>
            <a:ext cx="295275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独立 Conv1×1 头 2</a:t>
            </a:r>
          </a:p>
        </p:txBody>
      </p:sp>
      <p:sp>
        <p:nvSpPr>
          <p:cNvPr id="40" name="shape-723">
            <a:extLst>
              <a:ext uri="{FF2B5EF4-FFF2-40B4-BE49-F238E27FC236}">
                <a16:creationId xmlns:a16="http://schemas.microsoft.com/office/drawing/2014/main" id="{0537BDE7-96F4-4CF0-84F8-50EA87A17053}"/>
              </a:ext>
            </a:extLst>
          </p:cNvPr>
          <p:cNvSpPr>
            <a:spLocks noGrp="1"/>
          </p:cNvSpPr>
          <p:nvPr/>
        </p:nvSpPr>
        <p:spPr>
          <a:xfrm>
            <a:off x="4286250" y="4152900"/>
            <a:ext cx="295275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64 → 1 ch</a:t>
            </a:r>
          </a:p>
        </p:txBody>
      </p:sp>
      <p:sp>
        <p:nvSpPr>
          <p:cNvPr id="41" name="shape-724">
            <a:extLst>
              <a:ext uri="{FF2B5EF4-FFF2-40B4-BE49-F238E27FC236}">
                <a16:creationId xmlns:a16="http://schemas.microsoft.com/office/drawing/2014/main" id="{7287DBF3-CEFA-4C10-B9F0-22E1798969A4}"/>
              </a:ext>
            </a:extLst>
          </p:cNvPr>
          <p:cNvSpPr>
            <a:spLocks noGrp="1"/>
          </p:cNvSpPr>
          <p:nvPr/>
        </p:nvSpPr>
        <p:spPr>
          <a:xfrm>
            <a:off x="4191000" y="5048250"/>
            <a:ext cx="3143250" cy="857250"/>
          </a:xfrm>
          <a:prstGeom prst="roundRect">
            <a:avLst>
              <a:gd name="adj" fmla="val 7778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42" name="shape-725">
            <a:extLst>
              <a:ext uri="{FF2B5EF4-FFF2-40B4-BE49-F238E27FC236}">
                <a16:creationId xmlns:a16="http://schemas.microsoft.com/office/drawing/2014/main" id="{0145192E-BFBD-460F-9C70-3481A9DEA411}"/>
              </a:ext>
            </a:extLst>
          </p:cNvPr>
          <p:cNvSpPr>
            <a:spLocks noGrp="1"/>
          </p:cNvSpPr>
          <p:nvPr/>
        </p:nvSpPr>
        <p:spPr>
          <a:xfrm>
            <a:off x="4286250" y="5133975"/>
            <a:ext cx="295275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sigmoid</a:t>
            </a:r>
          </a:p>
        </p:txBody>
      </p:sp>
      <p:sp>
        <p:nvSpPr>
          <p:cNvPr id="43" name="shape-726">
            <a:extLst>
              <a:ext uri="{FF2B5EF4-FFF2-40B4-BE49-F238E27FC236}">
                <a16:creationId xmlns:a16="http://schemas.microsoft.com/office/drawing/2014/main" id="{C590437D-D884-4137-9F4D-AE96C85266CA}"/>
              </a:ext>
            </a:extLst>
          </p:cNvPr>
          <p:cNvSpPr>
            <a:spLocks noGrp="1"/>
          </p:cNvSpPr>
          <p:nvPr/>
        </p:nvSpPr>
        <p:spPr>
          <a:xfrm>
            <a:off x="4286250" y="5459730"/>
            <a:ext cx="2952750" cy="3686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p2：1×32×32</a:t>
            </a:r>
          </a:p>
        </p:txBody>
      </p:sp>
      <p:sp>
        <p:nvSpPr>
          <p:cNvPr id="44" name="shape-727">
            <a:extLst>
              <a:ext uri="{FF2B5EF4-FFF2-40B4-BE49-F238E27FC236}">
                <a16:creationId xmlns:a16="http://schemas.microsoft.com/office/drawing/2014/main" id="{8D10BE0B-81F4-48B3-BD69-78F527DAD737}"/>
              </a:ext>
            </a:extLst>
          </p:cNvPr>
          <p:cNvSpPr>
            <a:spLocks noGrp="1"/>
          </p:cNvSpPr>
          <p:nvPr/>
        </p:nvSpPr>
        <p:spPr>
          <a:xfrm>
            <a:off x="5761673" y="3285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" name="shape-728">
            <a:extLst>
              <a:ext uri="{FF2B5EF4-FFF2-40B4-BE49-F238E27FC236}">
                <a16:creationId xmlns:a16="http://schemas.microsoft.com/office/drawing/2014/main" id="{F11682BD-D637-4CA8-AA36-201CA9EFFE28}"/>
              </a:ext>
            </a:extLst>
          </p:cNvPr>
          <p:cNvSpPr>
            <a:spLocks noGrp="1"/>
          </p:cNvSpPr>
          <p:nvPr/>
        </p:nvSpPr>
        <p:spPr>
          <a:xfrm>
            <a:off x="5761673" y="38090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9" name="直接箭头连接符 148"/>
          <p:cNvCxnSpPr>
            <a:stCxn id="44" idx="3"/>
            <a:endCxn id="45" idx="1"/>
          </p:cNvCxnSpPr>
          <p:nvPr/>
        </p:nvCxnSpPr>
        <p:spPr>
          <a:xfrm flipH="1">
            <a:off x="5761673" y="3286126"/>
            <a:ext cx="1905" cy="52387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47" name="shape-729">
            <a:extLst>
              <a:ext uri="{FF2B5EF4-FFF2-40B4-BE49-F238E27FC236}">
                <a16:creationId xmlns:a16="http://schemas.microsoft.com/office/drawing/2014/main" id="{BCAF317E-AE9C-4943-ACB2-47EFBFCC8085}"/>
              </a:ext>
            </a:extLst>
          </p:cNvPr>
          <p:cNvSpPr>
            <a:spLocks noGrp="1"/>
          </p:cNvSpPr>
          <p:nvPr/>
        </p:nvSpPr>
        <p:spPr>
          <a:xfrm>
            <a:off x="5761673" y="4523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8" name="shape-730">
            <a:extLst>
              <a:ext uri="{FF2B5EF4-FFF2-40B4-BE49-F238E27FC236}">
                <a16:creationId xmlns:a16="http://schemas.microsoft.com/office/drawing/2014/main" id="{9B71AA2A-5D4A-4E67-A777-F45E23E67AD3}"/>
              </a:ext>
            </a:extLst>
          </p:cNvPr>
          <p:cNvSpPr>
            <a:spLocks noGrp="1"/>
          </p:cNvSpPr>
          <p:nvPr/>
        </p:nvSpPr>
        <p:spPr>
          <a:xfrm>
            <a:off x="5761673" y="5047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2" name="直接箭头连接符 151"/>
          <p:cNvCxnSpPr>
            <a:stCxn id="47" idx="3"/>
            <a:endCxn id="48" idx="1"/>
          </p:cNvCxnSpPr>
          <p:nvPr/>
        </p:nvCxnSpPr>
        <p:spPr>
          <a:xfrm flipH="1">
            <a:off x="5761673" y="4524376"/>
            <a:ext cx="1905" cy="52387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50" name="shape-731">
            <a:extLst>
              <a:ext uri="{FF2B5EF4-FFF2-40B4-BE49-F238E27FC236}">
                <a16:creationId xmlns:a16="http://schemas.microsoft.com/office/drawing/2014/main" id="{73CB064B-38CB-44C2-978B-CF27E5ECE34C}"/>
              </a:ext>
            </a:extLst>
          </p:cNvPr>
          <p:cNvSpPr>
            <a:spLocks noGrp="1"/>
          </p:cNvSpPr>
          <p:nvPr/>
        </p:nvSpPr>
        <p:spPr>
          <a:xfrm>
            <a:off x="5761673" y="5904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1" name="shape-732">
            <a:extLst>
              <a:ext uri="{FF2B5EF4-FFF2-40B4-BE49-F238E27FC236}">
                <a16:creationId xmlns:a16="http://schemas.microsoft.com/office/drawing/2014/main" id="{6A2FE41A-7A39-4731-8558-119BDBABE4F0}"/>
              </a:ext>
            </a:extLst>
          </p:cNvPr>
          <p:cNvSpPr>
            <a:spLocks noGrp="1"/>
          </p:cNvSpPr>
          <p:nvPr/>
        </p:nvSpPr>
        <p:spPr>
          <a:xfrm>
            <a:off x="5761673" y="6256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55" name="直接箭头连接符 154"/>
          <p:cNvCxnSpPr>
            <a:stCxn id="50" idx="3"/>
            <a:endCxn id="51" idx="1"/>
          </p:cNvCxnSpPr>
          <p:nvPr/>
        </p:nvCxnSpPr>
        <p:spPr>
          <a:xfrm flipH="1">
            <a:off x="5761673" y="5905501"/>
            <a:ext cx="1905" cy="352425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triangle" w="sm" len="sm"/>
          </a:ln>
        </p:spPr>
      </p:cxnSp>
      <p:sp>
        <p:nvSpPr>
          <p:cNvPr id="53" name="shape-733">
            <a:extLst>
              <a:ext uri="{FF2B5EF4-FFF2-40B4-BE49-F238E27FC236}">
                <a16:creationId xmlns:a16="http://schemas.microsoft.com/office/drawing/2014/main" id="{ED26A3EB-0418-4CFB-BF4A-2962A1A920B8}"/>
              </a:ext>
            </a:extLst>
          </p:cNvPr>
          <p:cNvSpPr>
            <a:spLocks noGrp="1"/>
          </p:cNvSpPr>
          <p:nvPr/>
        </p:nvSpPr>
        <p:spPr>
          <a:xfrm>
            <a:off x="4191000" y="6257925"/>
            <a:ext cx="3143250" cy="885825"/>
          </a:xfrm>
          <a:prstGeom prst="roundRect">
            <a:avLst>
              <a:gd name="adj" fmla="val 7527"/>
            </a:avLst>
          </a:prstGeom>
          <a:solidFill>
            <a:srgbClr val="F2F5F7"/>
          </a:solidFill>
          <a:ln w="15240">
            <a:solidFill>
              <a:srgbClr val="738492"/>
            </a:solidFill>
            <a:prstDash val="solid"/>
          </a:ln>
        </p:spPr>
      </p:sp>
      <p:sp>
        <p:nvSpPr>
          <p:cNvPr id="54" name="shape-734">
            <a:extLst>
              <a:ext uri="{FF2B5EF4-FFF2-40B4-BE49-F238E27FC236}">
                <a16:creationId xmlns:a16="http://schemas.microsoft.com/office/drawing/2014/main" id="{A055C975-0EDC-49B7-AA0A-AB9DFBCAFB8D}"/>
              </a:ext>
            </a:extLst>
          </p:cNvPr>
          <p:cNvSpPr>
            <a:spLocks noGrp="1"/>
          </p:cNvSpPr>
          <p:nvPr/>
        </p:nvSpPr>
        <p:spPr>
          <a:xfrm>
            <a:off x="4286250" y="6343650"/>
            <a:ext cx="2952750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rPr>
              <a:t>L2 = BCE + Soft Dice</a:t>
            </a:r>
          </a:p>
        </p:txBody>
      </p:sp>
      <p:sp>
        <p:nvSpPr>
          <p:cNvPr id="55" name="shape-735">
            <a:extLst>
              <a:ext uri="{FF2B5EF4-FFF2-40B4-BE49-F238E27FC236}">
                <a16:creationId xmlns:a16="http://schemas.microsoft.com/office/drawing/2014/main" id="{D2EFF324-3DBF-4FBE-89AF-5F6D62D2E7A7}"/>
              </a:ext>
            </a:extLst>
          </p:cNvPr>
          <p:cNvSpPr>
            <a:spLocks noGrp="1"/>
          </p:cNvSpPr>
          <p:nvPr/>
        </p:nvSpPr>
        <p:spPr>
          <a:xfrm>
            <a:off x="4286250" y="6683121"/>
            <a:ext cx="2952750" cy="380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Y2 = AvgPool(Y, 32×32)</a:t>
            </a:r>
          </a:p>
        </p:txBody>
      </p:sp>
      <p:sp>
        <p:nvSpPr>
          <p:cNvPr id="56" name="shape-736">
            <a:extLst>
              <a:ext uri="{FF2B5EF4-FFF2-40B4-BE49-F238E27FC236}">
                <a16:creationId xmlns:a16="http://schemas.microsoft.com/office/drawing/2014/main" id="{494F8AE8-3077-4069-BBEF-C6B666201423}"/>
              </a:ext>
            </a:extLst>
          </p:cNvPr>
          <p:cNvSpPr>
            <a:spLocks noGrp="1"/>
          </p:cNvSpPr>
          <p:nvPr/>
        </p:nvSpPr>
        <p:spPr>
          <a:xfrm>
            <a:off x="4191000" y="72390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权重 0.8</a:t>
            </a:r>
          </a:p>
        </p:txBody>
      </p:sp>
      <p:sp>
        <p:nvSpPr>
          <p:cNvPr id="57" name="shape-737">
            <a:extLst>
              <a:ext uri="{FF2B5EF4-FFF2-40B4-BE49-F238E27FC236}">
                <a16:creationId xmlns:a16="http://schemas.microsoft.com/office/drawing/2014/main" id="{AF127E84-16F9-42B8-A07B-4A8CB920A763}"/>
              </a:ext>
            </a:extLst>
          </p:cNvPr>
          <p:cNvSpPr>
            <a:spLocks noGrp="1"/>
          </p:cNvSpPr>
          <p:nvPr/>
        </p:nvSpPr>
        <p:spPr>
          <a:xfrm>
            <a:off x="7810500" y="19431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辅助输出 2</a:t>
            </a:r>
          </a:p>
        </p:txBody>
      </p:sp>
      <p:sp>
        <p:nvSpPr>
          <p:cNvPr id="58" name="shape-738">
            <a:extLst>
              <a:ext uri="{FF2B5EF4-FFF2-40B4-BE49-F238E27FC236}">
                <a16:creationId xmlns:a16="http://schemas.microsoft.com/office/drawing/2014/main" id="{2AC22C18-6816-4F0B-BC05-82021BCEBAD1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3143250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59" name="shape-739">
            <a:extLst>
              <a:ext uri="{FF2B5EF4-FFF2-40B4-BE49-F238E27FC236}">
                <a16:creationId xmlns:a16="http://schemas.microsoft.com/office/drawing/2014/main" id="{FF41F029-2963-469B-925F-54F27039AA08}"/>
              </a:ext>
            </a:extLst>
          </p:cNvPr>
          <p:cNvSpPr>
            <a:spLocks noGrp="1"/>
          </p:cNvSpPr>
          <p:nvPr/>
        </p:nvSpPr>
        <p:spPr>
          <a:xfrm>
            <a:off x="7905750" y="2657475"/>
            <a:ext cx="295275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z3</a:t>
            </a:r>
          </a:p>
        </p:txBody>
      </p:sp>
      <p:sp>
        <p:nvSpPr>
          <p:cNvPr id="60" name="shape-740">
            <a:extLst>
              <a:ext uri="{FF2B5EF4-FFF2-40B4-BE49-F238E27FC236}">
                <a16:creationId xmlns:a16="http://schemas.microsoft.com/office/drawing/2014/main" id="{F54A25EC-C373-46C1-B0FA-70F0E7D26B78}"/>
              </a:ext>
            </a:extLst>
          </p:cNvPr>
          <p:cNvSpPr>
            <a:spLocks noGrp="1"/>
          </p:cNvSpPr>
          <p:nvPr/>
        </p:nvSpPr>
        <p:spPr>
          <a:xfrm>
            <a:off x="7905750" y="2914650"/>
            <a:ext cx="295275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64×16×16</a:t>
            </a:r>
          </a:p>
        </p:txBody>
      </p:sp>
      <p:sp>
        <p:nvSpPr>
          <p:cNvPr id="61" name="shape-741">
            <a:extLst>
              <a:ext uri="{FF2B5EF4-FFF2-40B4-BE49-F238E27FC236}">
                <a16:creationId xmlns:a16="http://schemas.microsoft.com/office/drawing/2014/main" id="{DDCE16F8-34FA-4DF3-B7F4-C62CBB0D15D0}"/>
              </a:ext>
            </a:extLst>
          </p:cNvPr>
          <p:cNvSpPr>
            <a:spLocks noGrp="1"/>
          </p:cNvSpPr>
          <p:nvPr/>
        </p:nvSpPr>
        <p:spPr>
          <a:xfrm>
            <a:off x="7810500" y="3810000"/>
            <a:ext cx="3143250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62" name="shape-742">
            <a:extLst>
              <a:ext uri="{FF2B5EF4-FFF2-40B4-BE49-F238E27FC236}">
                <a16:creationId xmlns:a16="http://schemas.microsoft.com/office/drawing/2014/main" id="{3E80C379-638A-4A5F-A1CB-67ECBA3D5258}"/>
              </a:ext>
            </a:extLst>
          </p:cNvPr>
          <p:cNvSpPr>
            <a:spLocks noGrp="1"/>
          </p:cNvSpPr>
          <p:nvPr/>
        </p:nvSpPr>
        <p:spPr>
          <a:xfrm>
            <a:off x="7905750" y="3895725"/>
            <a:ext cx="295275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独立 Conv1×1 头 3</a:t>
            </a:r>
          </a:p>
        </p:txBody>
      </p:sp>
      <p:sp>
        <p:nvSpPr>
          <p:cNvPr id="63" name="shape-743">
            <a:extLst>
              <a:ext uri="{FF2B5EF4-FFF2-40B4-BE49-F238E27FC236}">
                <a16:creationId xmlns:a16="http://schemas.microsoft.com/office/drawing/2014/main" id="{CB9028B1-7F71-4F75-AA5D-0FA598969C23}"/>
              </a:ext>
            </a:extLst>
          </p:cNvPr>
          <p:cNvSpPr>
            <a:spLocks noGrp="1"/>
          </p:cNvSpPr>
          <p:nvPr/>
        </p:nvSpPr>
        <p:spPr>
          <a:xfrm>
            <a:off x="7905750" y="4152900"/>
            <a:ext cx="295275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64 → 1 ch</a:t>
            </a:r>
          </a:p>
        </p:txBody>
      </p:sp>
      <p:sp>
        <p:nvSpPr>
          <p:cNvPr id="64" name="shape-744">
            <a:extLst>
              <a:ext uri="{FF2B5EF4-FFF2-40B4-BE49-F238E27FC236}">
                <a16:creationId xmlns:a16="http://schemas.microsoft.com/office/drawing/2014/main" id="{456586EB-6F15-4C80-9FB7-CDC896D88A9B}"/>
              </a:ext>
            </a:extLst>
          </p:cNvPr>
          <p:cNvSpPr>
            <a:spLocks noGrp="1"/>
          </p:cNvSpPr>
          <p:nvPr/>
        </p:nvSpPr>
        <p:spPr>
          <a:xfrm>
            <a:off x="7810500" y="5048250"/>
            <a:ext cx="3143250" cy="857250"/>
          </a:xfrm>
          <a:prstGeom prst="roundRect">
            <a:avLst>
              <a:gd name="adj" fmla="val 7778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65" name="shape-745">
            <a:extLst>
              <a:ext uri="{FF2B5EF4-FFF2-40B4-BE49-F238E27FC236}">
                <a16:creationId xmlns:a16="http://schemas.microsoft.com/office/drawing/2014/main" id="{2B3C5E3A-169B-446B-A9B0-019041B57A6F}"/>
              </a:ext>
            </a:extLst>
          </p:cNvPr>
          <p:cNvSpPr>
            <a:spLocks noGrp="1"/>
          </p:cNvSpPr>
          <p:nvPr/>
        </p:nvSpPr>
        <p:spPr>
          <a:xfrm>
            <a:off x="7905750" y="5133975"/>
            <a:ext cx="295275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sigmoid</a:t>
            </a:r>
          </a:p>
        </p:txBody>
      </p:sp>
      <p:sp>
        <p:nvSpPr>
          <p:cNvPr id="66" name="shape-746">
            <a:extLst>
              <a:ext uri="{FF2B5EF4-FFF2-40B4-BE49-F238E27FC236}">
                <a16:creationId xmlns:a16="http://schemas.microsoft.com/office/drawing/2014/main" id="{30894234-0588-45FF-A788-E7FA71FDE2F6}"/>
              </a:ext>
            </a:extLst>
          </p:cNvPr>
          <p:cNvSpPr>
            <a:spLocks noGrp="1"/>
          </p:cNvSpPr>
          <p:nvPr/>
        </p:nvSpPr>
        <p:spPr>
          <a:xfrm>
            <a:off x="7905750" y="5459730"/>
            <a:ext cx="2952750" cy="3686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p3：1×16×16</a:t>
            </a:r>
          </a:p>
        </p:txBody>
      </p:sp>
      <p:sp>
        <p:nvSpPr>
          <p:cNvPr id="67" name="shape-747">
            <a:extLst>
              <a:ext uri="{FF2B5EF4-FFF2-40B4-BE49-F238E27FC236}">
                <a16:creationId xmlns:a16="http://schemas.microsoft.com/office/drawing/2014/main" id="{09F1499D-99A1-4B04-BAF1-043879FFD3D4}"/>
              </a:ext>
            </a:extLst>
          </p:cNvPr>
          <p:cNvSpPr>
            <a:spLocks noGrp="1"/>
          </p:cNvSpPr>
          <p:nvPr/>
        </p:nvSpPr>
        <p:spPr>
          <a:xfrm>
            <a:off x="9381173" y="3285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8" name="shape-748">
            <a:extLst>
              <a:ext uri="{FF2B5EF4-FFF2-40B4-BE49-F238E27FC236}">
                <a16:creationId xmlns:a16="http://schemas.microsoft.com/office/drawing/2014/main" id="{4E44BF14-BA17-4EE8-822C-D246755E6404}"/>
              </a:ext>
            </a:extLst>
          </p:cNvPr>
          <p:cNvSpPr>
            <a:spLocks noGrp="1"/>
          </p:cNvSpPr>
          <p:nvPr/>
        </p:nvSpPr>
        <p:spPr>
          <a:xfrm>
            <a:off x="9381173" y="38090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2" name="直接箭头连接符 171"/>
          <p:cNvCxnSpPr>
            <a:stCxn id="67" idx="3"/>
            <a:endCxn id="68" idx="1"/>
          </p:cNvCxnSpPr>
          <p:nvPr/>
        </p:nvCxnSpPr>
        <p:spPr>
          <a:xfrm flipH="1">
            <a:off x="9381173" y="3286126"/>
            <a:ext cx="1905" cy="52387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70" name="shape-749">
            <a:extLst>
              <a:ext uri="{FF2B5EF4-FFF2-40B4-BE49-F238E27FC236}">
                <a16:creationId xmlns:a16="http://schemas.microsoft.com/office/drawing/2014/main" id="{90F4A0D0-50B9-4E2B-BF40-F61A880D3B58}"/>
              </a:ext>
            </a:extLst>
          </p:cNvPr>
          <p:cNvSpPr>
            <a:spLocks noGrp="1"/>
          </p:cNvSpPr>
          <p:nvPr/>
        </p:nvSpPr>
        <p:spPr>
          <a:xfrm>
            <a:off x="9381173" y="4523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1" name="shape-750">
            <a:extLst>
              <a:ext uri="{FF2B5EF4-FFF2-40B4-BE49-F238E27FC236}">
                <a16:creationId xmlns:a16="http://schemas.microsoft.com/office/drawing/2014/main" id="{8D487BF3-3925-4B25-8845-5C08E57C0E84}"/>
              </a:ext>
            </a:extLst>
          </p:cNvPr>
          <p:cNvSpPr>
            <a:spLocks noGrp="1"/>
          </p:cNvSpPr>
          <p:nvPr/>
        </p:nvSpPr>
        <p:spPr>
          <a:xfrm>
            <a:off x="9381173" y="5047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5" name="直接箭头连接符 174"/>
          <p:cNvCxnSpPr>
            <a:stCxn id="70" idx="3"/>
            <a:endCxn id="71" idx="1"/>
          </p:cNvCxnSpPr>
          <p:nvPr/>
        </p:nvCxnSpPr>
        <p:spPr>
          <a:xfrm flipH="1">
            <a:off x="9381173" y="4524376"/>
            <a:ext cx="1905" cy="52387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73" name="shape-751">
            <a:extLst>
              <a:ext uri="{FF2B5EF4-FFF2-40B4-BE49-F238E27FC236}">
                <a16:creationId xmlns:a16="http://schemas.microsoft.com/office/drawing/2014/main" id="{C51751E2-3F43-473F-8121-3A3BFC4B303C}"/>
              </a:ext>
            </a:extLst>
          </p:cNvPr>
          <p:cNvSpPr>
            <a:spLocks noGrp="1"/>
          </p:cNvSpPr>
          <p:nvPr/>
        </p:nvSpPr>
        <p:spPr>
          <a:xfrm>
            <a:off x="9381173" y="5904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4" name="shape-752">
            <a:extLst>
              <a:ext uri="{FF2B5EF4-FFF2-40B4-BE49-F238E27FC236}">
                <a16:creationId xmlns:a16="http://schemas.microsoft.com/office/drawing/2014/main" id="{66583A55-9398-4CA2-9A80-61FBEC865827}"/>
              </a:ext>
            </a:extLst>
          </p:cNvPr>
          <p:cNvSpPr>
            <a:spLocks noGrp="1"/>
          </p:cNvSpPr>
          <p:nvPr/>
        </p:nvSpPr>
        <p:spPr>
          <a:xfrm>
            <a:off x="9381173" y="6256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8" name="直接箭头连接符 177"/>
          <p:cNvCxnSpPr>
            <a:stCxn id="73" idx="3"/>
            <a:endCxn id="74" idx="1"/>
          </p:cNvCxnSpPr>
          <p:nvPr/>
        </p:nvCxnSpPr>
        <p:spPr>
          <a:xfrm flipH="1">
            <a:off x="9381173" y="5905501"/>
            <a:ext cx="1905" cy="352425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triangle" w="sm" len="sm"/>
          </a:ln>
        </p:spPr>
      </p:cxnSp>
      <p:sp>
        <p:nvSpPr>
          <p:cNvPr id="76" name="shape-753">
            <a:extLst>
              <a:ext uri="{FF2B5EF4-FFF2-40B4-BE49-F238E27FC236}">
                <a16:creationId xmlns:a16="http://schemas.microsoft.com/office/drawing/2014/main" id="{AAD37E9F-1850-47E4-8CC6-D79FDBA384D8}"/>
              </a:ext>
            </a:extLst>
          </p:cNvPr>
          <p:cNvSpPr>
            <a:spLocks noGrp="1"/>
          </p:cNvSpPr>
          <p:nvPr/>
        </p:nvSpPr>
        <p:spPr>
          <a:xfrm>
            <a:off x="7810500" y="6257925"/>
            <a:ext cx="3143250" cy="885825"/>
          </a:xfrm>
          <a:prstGeom prst="roundRect">
            <a:avLst>
              <a:gd name="adj" fmla="val 7527"/>
            </a:avLst>
          </a:prstGeom>
          <a:solidFill>
            <a:srgbClr val="F2F5F7"/>
          </a:solidFill>
          <a:ln w="15240">
            <a:solidFill>
              <a:srgbClr val="738492"/>
            </a:solidFill>
            <a:prstDash val="solid"/>
          </a:ln>
        </p:spPr>
      </p:sp>
      <p:sp>
        <p:nvSpPr>
          <p:cNvPr id="77" name="shape-754">
            <a:extLst>
              <a:ext uri="{FF2B5EF4-FFF2-40B4-BE49-F238E27FC236}">
                <a16:creationId xmlns:a16="http://schemas.microsoft.com/office/drawing/2014/main" id="{4496BF86-9BD2-4A8E-BB6A-88E5BC4F2454}"/>
              </a:ext>
            </a:extLst>
          </p:cNvPr>
          <p:cNvSpPr>
            <a:spLocks noGrp="1"/>
          </p:cNvSpPr>
          <p:nvPr/>
        </p:nvSpPr>
        <p:spPr>
          <a:xfrm>
            <a:off x="7905750" y="6343650"/>
            <a:ext cx="2952750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rPr>
              <a:t>L3 = BCE + Soft Dice</a:t>
            </a:r>
          </a:p>
        </p:txBody>
      </p:sp>
      <p:sp>
        <p:nvSpPr>
          <p:cNvPr id="78" name="shape-755">
            <a:extLst>
              <a:ext uri="{FF2B5EF4-FFF2-40B4-BE49-F238E27FC236}">
                <a16:creationId xmlns:a16="http://schemas.microsoft.com/office/drawing/2014/main" id="{6EAF5BBC-10AC-473A-9A82-89D1E6085BFC}"/>
              </a:ext>
            </a:extLst>
          </p:cNvPr>
          <p:cNvSpPr>
            <a:spLocks noGrp="1"/>
          </p:cNvSpPr>
          <p:nvPr/>
        </p:nvSpPr>
        <p:spPr>
          <a:xfrm>
            <a:off x="7905750" y="6683121"/>
            <a:ext cx="2952750" cy="380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Y3 = AvgPool(Y, 16×16)</a:t>
            </a:r>
          </a:p>
        </p:txBody>
      </p:sp>
      <p:sp>
        <p:nvSpPr>
          <p:cNvPr id="79" name="shape-756">
            <a:extLst>
              <a:ext uri="{FF2B5EF4-FFF2-40B4-BE49-F238E27FC236}">
                <a16:creationId xmlns:a16="http://schemas.microsoft.com/office/drawing/2014/main" id="{E0067AF7-8AB1-4BD9-B34D-05909A7F2957}"/>
              </a:ext>
            </a:extLst>
          </p:cNvPr>
          <p:cNvSpPr>
            <a:spLocks noGrp="1"/>
          </p:cNvSpPr>
          <p:nvPr/>
        </p:nvSpPr>
        <p:spPr>
          <a:xfrm>
            <a:off x="7810500" y="72390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权重 0.4</a:t>
            </a:r>
          </a:p>
        </p:txBody>
      </p:sp>
      <p:sp>
        <p:nvSpPr>
          <p:cNvPr id="80" name="shape-757">
            <a:extLst>
              <a:ext uri="{FF2B5EF4-FFF2-40B4-BE49-F238E27FC236}">
                <a16:creationId xmlns:a16="http://schemas.microsoft.com/office/drawing/2014/main" id="{3C858CAB-002C-4151-A3EE-16D8AC19E9AA}"/>
              </a:ext>
            </a:extLst>
          </p:cNvPr>
          <p:cNvSpPr>
            <a:spLocks noGrp="1"/>
          </p:cNvSpPr>
          <p:nvPr/>
        </p:nvSpPr>
        <p:spPr>
          <a:xfrm>
            <a:off x="11430000" y="19431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辅助输出 3</a:t>
            </a:r>
          </a:p>
        </p:txBody>
      </p:sp>
      <p:sp>
        <p:nvSpPr>
          <p:cNvPr id="81" name="shape-758">
            <a:extLst>
              <a:ext uri="{FF2B5EF4-FFF2-40B4-BE49-F238E27FC236}">
                <a16:creationId xmlns:a16="http://schemas.microsoft.com/office/drawing/2014/main" id="{A57A502C-46FC-4D99-A888-42B8322A28BC}"/>
              </a:ext>
            </a:extLst>
          </p:cNvPr>
          <p:cNvSpPr>
            <a:spLocks noGrp="1"/>
          </p:cNvSpPr>
          <p:nvPr/>
        </p:nvSpPr>
        <p:spPr>
          <a:xfrm>
            <a:off x="11430000" y="2571750"/>
            <a:ext cx="3143250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82" name="shape-759">
            <a:extLst>
              <a:ext uri="{FF2B5EF4-FFF2-40B4-BE49-F238E27FC236}">
                <a16:creationId xmlns:a16="http://schemas.microsoft.com/office/drawing/2014/main" id="{3AA5E47F-5AF1-426E-9F07-E47E9A85ADC7}"/>
              </a:ext>
            </a:extLst>
          </p:cNvPr>
          <p:cNvSpPr>
            <a:spLocks noGrp="1"/>
          </p:cNvSpPr>
          <p:nvPr/>
        </p:nvSpPr>
        <p:spPr>
          <a:xfrm>
            <a:off x="11525250" y="2657475"/>
            <a:ext cx="295275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z4</a:t>
            </a:r>
          </a:p>
        </p:txBody>
      </p:sp>
      <p:sp>
        <p:nvSpPr>
          <p:cNvPr id="83" name="shape-760">
            <a:extLst>
              <a:ext uri="{FF2B5EF4-FFF2-40B4-BE49-F238E27FC236}">
                <a16:creationId xmlns:a16="http://schemas.microsoft.com/office/drawing/2014/main" id="{FF95C618-93EE-411B-AA9E-A7293B64C14A}"/>
              </a:ext>
            </a:extLst>
          </p:cNvPr>
          <p:cNvSpPr>
            <a:spLocks noGrp="1"/>
          </p:cNvSpPr>
          <p:nvPr/>
        </p:nvSpPr>
        <p:spPr>
          <a:xfrm>
            <a:off x="11525250" y="2914650"/>
            <a:ext cx="295275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64×8×8</a:t>
            </a:r>
          </a:p>
        </p:txBody>
      </p:sp>
      <p:sp>
        <p:nvSpPr>
          <p:cNvPr id="84" name="shape-761">
            <a:extLst>
              <a:ext uri="{FF2B5EF4-FFF2-40B4-BE49-F238E27FC236}">
                <a16:creationId xmlns:a16="http://schemas.microsoft.com/office/drawing/2014/main" id="{7F48C0A8-5B83-4E31-BF68-056F5841E35C}"/>
              </a:ext>
            </a:extLst>
          </p:cNvPr>
          <p:cNvSpPr>
            <a:spLocks noGrp="1"/>
          </p:cNvSpPr>
          <p:nvPr/>
        </p:nvSpPr>
        <p:spPr>
          <a:xfrm>
            <a:off x="11430000" y="3810000"/>
            <a:ext cx="3143250" cy="714375"/>
          </a:xfrm>
          <a:prstGeom prst="roundRect">
            <a:avLst>
              <a:gd name="adj" fmla="val 9333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85" name="shape-762">
            <a:extLst>
              <a:ext uri="{FF2B5EF4-FFF2-40B4-BE49-F238E27FC236}">
                <a16:creationId xmlns:a16="http://schemas.microsoft.com/office/drawing/2014/main" id="{9F226510-4BBF-4EB1-A437-B4516F455921}"/>
              </a:ext>
            </a:extLst>
          </p:cNvPr>
          <p:cNvSpPr>
            <a:spLocks noGrp="1"/>
          </p:cNvSpPr>
          <p:nvPr/>
        </p:nvSpPr>
        <p:spPr>
          <a:xfrm>
            <a:off x="11525250" y="3895725"/>
            <a:ext cx="2952750" cy="3214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独立 Conv1×1 头 4</a:t>
            </a:r>
          </a:p>
        </p:txBody>
      </p:sp>
      <p:sp>
        <p:nvSpPr>
          <p:cNvPr id="86" name="shape-763">
            <a:extLst>
              <a:ext uri="{FF2B5EF4-FFF2-40B4-BE49-F238E27FC236}">
                <a16:creationId xmlns:a16="http://schemas.microsoft.com/office/drawing/2014/main" id="{E0D559A2-6B61-4D3C-A43C-27727AB61618}"/>
              </a:ext>
            </a:extLst>
          </p:cNvPr>
          <p:cNvSpPr>
            <a:spLocks noGrp="1"/>
          </p:cNvSpPr>
          <p:nvPr/>
        </p:nvSpPr>
        <p:spPr>
          <a:xfrm>
            <a:off x="11525250" y="4152900"/>
            <a:ext cx="2952750" cy="3071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64 → 1 ch</a:t>
            </a:r>
          </a:p>
        </p:txBody>
      </p:sp>
      <p:sp>
        <p:nvSpPr>
          <p:cNvPr id="87" name="shape-764">
            <a:extLst>
              <a:ext uri="{FF2B5EF4-FFF2-40B4-BE49-F238E27FC236}">
                <a16:creationId xmlns:a16="http://schemas.microsoft.com/office/drawing/2014/main" id="{0E074528-15B9-4531-BD16-E1A16297EACA}"/>
              </a:ext>
            </a:extLst>
          </p:cNvPr>
          <p:cNvSpPr>
            <a:spLocks noGrp="1"/>
          </p:cNvSpPr>
          <p:nvPr/>
        </p:nvSpPr>
        <p:spPr>
          <a:xfrm>
            <a:off x="11430000" y="5048250"/>
            <a:ext cx="3143250" cy="857250"/>
          </a:xfrm>
          <a:prstGeom prst="roundRect">
            <a:avLst>
              <a:gd name="adj" fmla="val 7778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88" name="shape-765">
            <a:extLst>
              <a:ext uri="{FF2B5EF4-FFF2-40B4-BE49-F238E27FC236}">
                <a16:creationId xmlns:a16="http://schemas.microsoft.com/office/drawing/2014/main" id="{A3316677-79C7-4EBD-B839-81CF2CA5F2C2}"/>
              </a:ext>
            </a:extLst>
          </p:cNvPr>
          <p:cNvSpPr>
            <a:spLocks noGrp="1"/>
          </p:cNvSpPr>
          <p:nvPr/>
        </p:nvSpPr>
        <p:spPr>
          <a:xfrm>
            <a:off x="11525250" y="5133975"/>
            <a:ext cx="295275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sigmoid</a:t>
            </a:r>
          </a:p>
        </p:txBody>
      </p:sp>
      <p:sp>
        <p:nvSpPr>
          <p:cNvPr id="89" name="shape-766">
            <a:extLst>
              <a:ext uri="{FF2B5EF4-FFF2-40B4-BE49-F238E27FC236}">
                <a16:creationId xmlns:a16="http://schemas.microsoft.com/office/drawing/2014/main" id="{C68280E1-78D7-493B-A4BA-8CD6656050B1}"/>
              </a:ext>
            </a:extLst>
          </p:cNvPr>
          <p:cNvSpPr>
            <a:spLocks noGrp="1"/>
          </p:cNvSpPr>
          <p:nvPr/>
        </p:nvSpPr>
        <p:spPr>
          <a:xfrm>
            <a:off x="11525250" y="5459730"/>
            <a:ext cx="2952750" cy="3686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p4：1×8×8</a:t>
            </a:r>
          </a:p>
        </p:txBody>
      </p:sp>
      <p:sp>
        <p:nvSpPr>
          <p:cNvPr id="90" name="shape-767">
            <a:extLst>
              <a:ext uri="{FF2B5EF4-FFF2-40B4-BE49-F238E27FC236}">
                <a16:creationId xmlns:a16="http://schemas.microsoft.com/office/drawing/2014/main" id="{3F14523C-F6EB-4EAC-BF46-1C6EA62F7B21}"/>
              </a:ext>
            </a:extLst>
          </p:cNvPr>
          <p:cNvSpPr>
            <a:spLocks noGrp="1"/>
          </p:cNvSpPr>
          <p:nvPr/>
        </p:nvSpPr>
        <p:spPr>
          <a:xfrm>
            <a:off x="13000673" y="32851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1" name="shape-768">
            <a:extLst>
              <a:ext uri="{FF2B5EF4-FFF2-40B4-BE49-F238E27FC236}">
                <a16:creationId xmlns:a16="http://schemas.microsoft.com/office/drawing/2014/main" id="{447A2ADE-E0C1-48E2-89DB-937337E738C4}"/>
              </a:ext>
            </a:extLst>
          </p:cNvPr>
          <p:cNvSpPr>
            <a:spLocks noGrp="1"/>
          </p:cNvSpPr>
          <p:nvPr/>
        </p:nvSpPr>
        <p:spPr>
          <a:xfrm>
            <a:off x="13000673" y="38090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5" name="直接箭头连接符 194"/>
          <p:cNvCxnSpPr>
            <a:stCxn id="90" idx="3"/>
            <a:endCxn id="91" idx="1"/>
          </p:cNvCxnSpPr>
          <p:nvPr/>
        </p:nvCxnSpPr>
        <p:spPr>
          <a:xfrm flipH="1">
            <a:off x="13000673" y="3286126"/>
            <a:ext cx="1905" cy="52387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93" name="shape-769">
            <a:extLst>
              <a:ext uri="{FF2B5EF4-FFF2-40B4-BE49-F238E27FC236}">
                <a16:creationId xmlns:a16="http://schemas.microsoft.com/office/drawing/2014/main" id="{12EDD18F-9FFC-4F39-99EB-953C0B2335E1}"/>
              </a:ext>
            </a:extLst>
          </p:cNvPr>
          <p:cNvSpPr>
            <a:spLocks noGrp="1"/>
          </p:cNvSpPr>
          <p:nvPr/>
        </p:nvSpPr>
        <p:spPr>
          <a:xfrm>
            <a:off x="13000673" y="4523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4" name="shape-770">
            <a:extLst>
              <a:ext uri="{FF2B5EF4-FFF2-40B4-BE49-F238E27FC236}">
                <a16:creationId xmlns:a16="http://schemas.microsoft.com/office/drawing/2014/main" id="{7820D2EC-5D28-41D4-9CAF-148FB210575C}"/>
              </a:ext>
            </a:extLst>
          </p:cNvPr>
          <p:cNvSpPr>
            <a:spLocks noGrp="1"/>
          </p:cNvSpPr>
          <p:nvPr/>
        </p:nvSpPr>
        <p:spPr>
          <a:xfrm>
            <a:off x="13000673" y="5047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8" name="直接箭头连接符 197"/>
          <p:cNvCxnSpPr>
            <a:stCxn id="93" idx="3"/>
            <a:endCxn id="94" idx="1"/>
          </p:cNvCxnSpPr>
          <p:nvPr/>
        </p:nvCxnSpPr>
        <p:spPr>
          <a:xfrm flipH="1">
            <a:off x="13000673" y="4524376"/>
            <a:ext cx="1905" cy="52387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96" name="shape-771">
            <a:extLst>
              <a:ext uri="{FF2B5EF4-FFF2-40B4-BE49-F238E27FC236}">
                <a16:creationId xmlns:a16="http://schemas.microsoft.com/office/drawing/2014/main" id="{72FCC9F1-6D2D-45FD-86BC-50D15FB68FAA}"/>
              </a:ext>
            </a:extLst>
          </p:cNvPr>
          <p:cNvSpPr>
            <a:spLocks noGrp="1"/>
          </p:cNvSpPr>
          <p:nvPr/>
        </p:nvSpPr>
        <p:spPr>
          <a:xfrm>
            <a:off x="13000673" y="59045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7" name="shape-772">
            <a:extLst>
              <a:ext uri="{FF2B5EF4-FFF2-40B4-BE49-F238E27FC236}">
                <a16:creationId xmlns:a16="http://schemas.microsoft.com/office/drawing/2014/main" id="{23217612-A453-43B9-BE54-A6A5FD90C97A}"/>
              </a:ext>
            </a:extLst>
          </p:cNvPr>
          <p:cNvSpPr>
            <a:spLocks noGrp="1"/>
          </p:cNvSpPr>
          <p:nvPr/>
        </p:nvSpPr>
        <p:spPr>
          <a:xfrm>
            <a:off x="13000673" y="62569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1" name="直接箭头连接符 200"/>
          <p:cNvCxnSpPr>
            <a:stCxn id="96" idx="3"/>
            <a:endCxn id="97" idx="1"/>
          </p:cNvCxnSpPr>
          <p:nvPr/>
        </p:nvCxnSpPr>
        <p:spPr>
          <a:xfrm flipH="1">
            <a:off x="13000673" y="5905501"/>
            <a:ext cx="1905" cy="352425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triangle" w="sm" len="sm"/>
          </a:ln>
        </p:spPr>
      </p:cxnSp>
      <p:sp>
        <p:nvSpPr>
          <p:cNvPr id="99" name="shape-773">
            <a:extLst>
              <a:ext uri="{FF2B5EF4-FFF2-40B4-BE49-F238E27FC236}">
                <a16:creationId xmlns:a16="http://schemas.microsoft.com/office/drawing/2014/main" id="{EC05DA86-2B09-4AB6-AB3C-46728AB57F12}"/>
              </a:ext>
            </a:extLst>
          </p:cNvPr>
          <p:cNvSpPr>
            <a:spLocks noGrp="1"/>
          </p:cNvSpPr>
          <p:nvPr/>
        </p:nvSpPr>
        <p:spPr>
          <a:xfrm>
            <a:off x="11430000" y="6257925"/>
            <a:ext cx="3143250" cy="885825"/>
          </a:xfrm>
          <a:prstGeom prst="roundRect">
            <a:avLst>
              <a:gd name="adj" fmla="val 7527"/>
            </a:avLst>
          </a:prstGeom>
          <a:solidFill>
            <a:srgbClr val="F2F5F7"/>
          </a:solidFill>
          <a:ln w="15240">
            <a:solidFill>
              <a:srgbClr val="738492"/>
            </a:solidFill>
            <a:prstDash val="solid"/>
          </a:ln>
        </p:spPr>
      </p:sp>
      <p:sp>
        <p:nvSpPr>
          <p:cNvPr id="100" name="shape-774">
            <a:extLst>
              <a:ext uri="{FF2B5EF4-FFF2-40B4-BE49-F238E27FC236}">
                <a16:creationId xmlns:a16="http://schemas.microsoft.com/office/drawing/2014/main" id="{00EBD0BC-0940-4FB0-9D0E-50DEF34F7267}"/>
              </a:ext>
            </a:extLst>
          </p:cNvPr>
          <p:cNvSpPr>
            <a:spLocks noGrp="1"/>
          </p:cNvSpPr>
          <p:nvPr/>
        </p:nvSpPr>
        <p:spPr>
          <a:xfrm>
            <a:off x="11525250" y="6343650"/>
            <a:ext cx="2952750" cy="39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rPr>
              <a:t>L4 = BCE + Soft Dice</a:t>
            </a:r>
          </a:p>
        </p:txBody>
      </p:sp>
      <p:sp>
        <p:nvSpPr>
          <p:cNvPr id="101" name="shape-775">
            <a:extLst>
              <a:ext uri="{FF2B5EF4-FFF2-40B4-BE49-F238E27FC236}">
                <a16:creationId xmlns:a16="http://schemas.microsoft.com/office/drawing/2014/main" id="{4C76BCD8-6709-49AD-89F2-377E8A861174}"/>
              </a:ext>
            </a:extLst>
          </p:cNvPr>
          <p:cNvSpPr>
            <a:spLocks noGrp="1"/>
          </p:cNvSpPr>
          <p:nvPr/>
        </p:nvSpPr>
        <p:spPr>
          <a:xfrm>
            <a:off x="11525250" y="6683121"/>
            <a:ext cx="2952750" cy="380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Y4 = AvgPool(Y, 8×8)</a:t>
            </a:r>
          </a:p>
        </p:txBody>
      </p:sp>
      <p:sp>
        <p:nvSpPr>
          <p:cNvPr id="102" name="shape-776">
            <a:extLst>
              <a:ext uri="{FF2B5EF4-FFF2-40B4-BE49-F238E27FC236}">
                <a16:creationId xmlns:a16="http://schemas.microsoft.com/office/drawing/2014/main" id="{99E2AA21-C9A2-49C5-801A-620E6741C2DA}"/>
              </a:ext>
            </a:extLst>
          </p:cNvPr>
          <p:cNvSpPr>
            <a:spLocks noGrp="1"/>
          </p:cNvSpPr>
          <p:nvPr/>
        </p:nvSpPr>
        <p:spPr>
          <a:xfrm>
            <a:off x="11430000" y="72390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权重 0.2</a:t>
            </a:r>
          </a:p>
        </p:txBody>
      </p:sp>
      <p:sp>
        <p:nvSpPr>
          <p:cNvPr id="103" name="shape-777">
            <a:extLst>
              <a:ext uri="{FF2B5EF4-FFF2-40B4-BE49-F238E27FC236}">
                <a16:creationId xmlns:a16="http://schemas.microsoft.com/office/drawing/2014/main" id="{B82F8C51-8E28-4CBE-A839-CCDAC3231BF1}"/>
              </a:ext>
            </a:extLst>
          </p:cNvPr>
          <p:cNvSpPr>
            <a:spLocks noGrp="1"/>
          </p:cNvSpPr>
          <p:nvPr/>
        </p:nvSpPr>
        <p:spPr>
          <a:xfrm>
            <a:off x="1809750" y="7543800"/>
            <a:ext cx="1143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L = 1.0 L1 + 0.8 L2 + 0.4 L3 + 0.2 L4</a:t>
            </a:r>
          </a:p>
        </p:txBody>
      </p:sp>
    </p:spTree>
    <p:extLst>
      <p:ext uri="{BB962C8B-B14F-4D97-AF65-F5344CB8AC3E}">
        <p14:creationId xmlns:p14="http://schemas.microsoft.com/office/powerpoint/2010/main" val="79034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-778">
            <a:extLst>
              <a:ext uri="{FF2B5EF4-FFF2-40B4-BE49-F238E27FC236}">
                <a16:creationId xmlns:a16="http://schemas.microsoft.com/office/drawing/2014/main" id="{8738CCE5-3DEE-4511-A436-34DA1450A352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400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CFDM / WFAM 对照差异模块</a:t>
            </a:r>
          </a:p>
        </p:txBody>
      </p:sp>
      <p:sp>
        <p:nvSpPr>
          <p:cNvPr id="2" name="shape-779">
            <a:extLst>
              <a:ext uri="{FF2B5EF4-FFF2-40B4-BE49-F238E27FC236}">
                <a16:creationId xmlns:a16="http://schemas.microsoft.com/office/drawing/2014/main" id="{EE2793DC-E723-4477-B40E-011385F51EED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390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可选 diff_mode=cfdm：小波增强对齐后，将空间差异与通道上下文联合门控</a:t>
            </a:r>
          </a:p>
        </p:txBody>
      </p:sp>
      <p:sp>
        <p:nvSpPr>
          <p:cNvPr id="3" name="shape-780">
            <a:extLst>
              <a:ext uri="{FF2B5EF4-FFF2-40B4-BE49-F238E27FC236}">
                <a16:creationId xmlns:a16="http://schemas.microsoft.com/office/drawing/2014/main" id="{08D27411-31FC-41AC-9292-36D1A1421E80}"/>
              </a:ext>
            </a:extLst>
          </p:cNvPr>
          <p:cNvSpPr>
            <a:spLocks noGrp="1"/>
          </p:cNvSpPr>
          <p:nvPr/>
        </p:nvSpPr>
        <p:spPr>
          <a:xfrm>
            <a:off x="570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shape-781">
            <a:extLst>
              <a:ext uri="{FF2B5EF4-FFF2-40B4-BE49-F238E27FC236}">
                <a16:creationId xmlns:a16="http://schemas.microsoft.com/office/drawing/2014/main" id="{08DE1AFA-1DA7-4568-8BC3-744891ECABC5}"/>
              </a:ext>
            </a:extLst>
          </p:cNvPr>
          <p:cNvSpPr>
            <a:spLocks noGrp="1"/>
          </p:cNvSpPr>
          <p:nvPr/>
        </p:nvSpPr>
        <p:spPr>
          <a:xfrm>
            <a:off x="14667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5" name="直接箭头连接符 144"/>
          <p:cNvCxnSpPr>
            <a:stCxn id="3" idx="3"/>
            <a:endCxn id="4" idx="1"/>
          </p:cNvCxnSpPr>
          <p:nvPr/>
        </p:nvCxnSpPr>
        <p:spPr>
          <a:xfrm>
            <a:off x="572453" y="1657351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6" name="shape-782">
            <a:extLst>
              <a:ext uri="{FF2B5EF4-FFF2-40B4-BE49-F238E27FC236}">
                <a16:creationId xmlns:a16="http://schemas.microsoft.com/office/drawing/2014/main" id="{CF93B6E7-E392-4820-AAAA-14391F9EC03D}"/>
              </a:ext>
            </a:extLst>
          </p:cNvPr>
          <p:cNvSpPr>
            <a:spLocks noGrp="1"/>
          </p:cNvSpPr>
          <p:nvPr/>
        </p:nvSpPr>
        <p:spPr>
          <a:xfrm>
            <a:off x="570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" name="shape-783">
            <a:extLst>
              <a:ext uri="{FF2B5EF4-FFF2-40B4-BE49-F238E27FC236}">
                <a16:creationId xmlns:a16="http://schemas.microsoft.com/office/drawing/2014/main" id="{8B84BC26-8D0C-4A13-8215-81279DEB9BF6}"/>
              </a:ext>
            </a:extLst>
          </p:cNvPr>
          <p:cNvSpPr>
            <a:spLocks noGrp="1"/>
          </p:cNvSpPr>
          <p:nvPr/>
        </p:nvSpPr>
        <p:spPr>
          <a:xfrm>
            <a:off x="14667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48" name="直接箭头连接符 147"/>
          <p:cNvCxnSpPr>
            <a:stCxn id="6" idx="3"/>
            <a:endCxn id="7" idx="1"/>
          </p:cNvCxnSpPr>
          <p:nvPr/>
        </p:nvCxnSpPr>
        <p:spPr>
          <a:xfrm>
            <a:off x="572453" y="7953376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9" name="shape-784">
            <a:extLst>
              <a:ext uri="{FF2B5EF4-FFF2-40B4-BE49-F238E27FC236}">
                <a16:creationId xmlns:a16="http://schemas.microsoft.com/office/drawing/2014/main" id="{CD32CF4E-7255-4F83-860F-7946E8726558}"/>
              </a:ext>
            </a:extLst>
          </p:cNvPr>
          <p:cNvSpPr>
            <a:spLocks noGrp="1"/>
          </p:cNvSpPr>
          <p:nvPr/>
        </p:nvSpPr>
        <p:spPr>
          <a:xfrm>
            <a:off x="571500" y="8067675"/>
            <a:ext cx="1323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对照路径。默认 E4 使用 EAOM。WFAM 内的 WaveletAttention 在两个时相间共享；CFDM 可按 diff_sharing 配置跨尺度共享。</a:t>
            </a:r>
          </a:p>
        </p:txBody>
      </p:sp>
      <p:sp>
        <p:nvSpPr>
          <p:cNvPr id="10" name="shape-785">
            <a:extLst>
              <a:ext uri="{FF2B5EF4-FFF2-40B4-BE49-F238E27FC236}">
                <a16:creationId xmlns:a16="http://schemas.microsoft.com/office/drawing/2014/main" id="{07ABBEB0-426E-40CB-AFDA-1A7F61BA4B37}"/>
              </a:ext>
            </a:extLst>
          </p:cNvPr>
          <p:cNvSpPr>
            <a:spLocks noGrp="1"/>
          </p:cNvSpPr>
          <p:nvPr/>
        </p:nvSpPr>
        <p:spPr>
          <a:xfrm>
            <a:off x="14097000" y="806767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11" name="shape-786">
            <a:extLst>
              <a:ext uri="{FF2B5EF4-FFF2-40B4-BE49-F238E27FC236}">
                <a16:creationId xmlns:a16="http://schemas.microsoft.com/office/drawing/2014/main" id="{623342E3-169F-44BC-BE0C-354520AB3B9A}"/>
              </a:ext>
            </a:extLst>
          </p:cNvPr>
          <p:cNvSpPr>
            <a:spLocks noGrp="1"/>
          </p:cNvSpPr>
          <p:nvPr/>
        </p:nvSpPr>
        <p:spPr>
          <a:xfrm>
            <a:off x="571500" y="2590800"/>
            <a:ext cx="1714500" cy="876300"/>
          </a:xfrm>
          <a:prstGeom prst="roundRect">
            <a:avLst>
              <a:gd name="adj" fmla="val 7609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12" name="shape-787">
            <a:extLst>
              <a:ext uri="{FF2B5EF4-FFF2-40B4-BE49-F238E27FC236}">
                <a16:creationId xmlns:a16="http://schemas.microsoft.com/office/drawing/2014/main" id="{A577B5E7-6B27-49FA-8C77-1FF4D7CF15BC}"/>
              </a:ext>
            </a:extLst>
          </p:cNvPr>
          <p:cNvSpPr>
            <a:spLocks noGrp="1"/>
          </p:cNvSpPr>
          <p:nvPr/>
        </p:nvSpPr>
        <p:spPr>
          <a:xfrm>
            <a:off x="666750" y="2676525"/>
            <a:ext cx="1524000" cy="3943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x , y</a:t>
            </a:r>
          </a:p>
        </p:txBody>
      </p:sp>
      <p:sp>
        <p:nvSpPr>
          <p:cNvPr id="13" name="shape-788">
            <a:extLst>
              <a:ext uri="{FF2B5EF4-FFF2-40B4-BE49-F238E27FC236}">
                <a16:creationId xmlns:a16="http://schemas.microsoft.com/office/drawing/2014/main" id="{28D74160-A887-4A24-9F94-A3AEDF976490}"/>
              </a:ext>
            </a:extLst>
          </p:cNvPr>
          <p:cNvSpPr>
            <a:spLocks noGrp="1"/>
          </p:cNvSpPr>
          <p:nvPr/>
        </p:nvSpPr>
        <p:spPr>
          <a:xfrm>
            <a:off x="666750" y="3011424"/>
            <a:ext cx="1524000" cy="3768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同尺度特征对</a:t>
            </a:r>
          </a:p>
        </p:txBody>
      </p:sp>
      <p:sp>
        <p:nvSpPr>
          <p:cNvPr id="14" name="shape-789">
            <a:extLst>
              <a:ext uri="{FF2B5EF4-FFF2-40B4-BE49-F238E27FC236}">
                <a16:creationId xmlns:a16="http://schemas.microsoft.com/office/drawing/2014/main" id="{32CB67AA-19A7-4F53-A705-DEEC92444F36}"/>
              </a:ext>
            </a:extLst>
          </p:cNvPr>
          <p:cNvSpPr>
            <a:spLocks noGrp="1"/>
          </p:cNvSpPr>
          <p:nvPr/>
        </p:nvSpPr>
        <p:spPr>
          <a:xfrm>
            <a:off x="2905125" y="2447925"/>
            <a:ext cx="2619375" cy="1171575"/>
          </a:xfrm>
          <a:prstGeom prst="roundRect">
            <a:avLst>
              <a:gd name="adj" fmla="val 5691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15" name="shape-790">
            <a:extLst>
              <a:ext uri="{FF2B5EF4-FFF2-40B4-BE49-F238E27FC236}">
                <a16:creationId xmlns:a16="http://schemas.microsoft.com/office/drawing/2014/main" id="{1CE19096-3BBA-4720-A211-59B2D122CCD6}"/>
              </a:ext>
            </a:extLst>
          </p:cNvPr>
          <p:cNvSpPr>
            <a:spLocks noGrp="1"/>
          </p:cNvSpPr>
          <p:nvPr/>
        </p:nvSpPr>
        <p:spPr>
          <a:xfrm>
            <a:off x="3000375" y="2533650"/>
            <a:ext cx="2428875" cy="5272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WFAM</a:t>
            </a:r>
          </a:p>
        </p:txBody>
      </p:sp>
      <p:sp>
        <p:nvSpPr>
          <p:cNvPr id="16" name="shape-791">
            <a:extLst>
              <a:ext uri="{FF2B5EF4-FFF2-40B4-BE49-F238E27FC236}">
                <a16:creationId xmlns:a16="http://schemas.microsoft.com/office/drawing/2014/main" id="{FCF9848A-E153-4BF7-A8A9-CFAFE47C2C57}"/>
              </a:ext>
            </a:extLst>
          </p:cNvPr>
          <p:cNvSpPr>
            <a:spLocks noGrp="1"/>
          </p:cNvSpPr>
          <p:nvPr/>
        </p:nvSpPr>
        <p:spPr>
          <a:xfrm>
            <a:off x="3000375" y="3010281"/>
            <a:ext cx="2428875" cy="5037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WaveletAttention ×2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预测 offset，warp y</a:t>
            </a:r>
          </a:p>
        </p:txBody>
      </p:sp>
      <p:sp>
        <p:nvSpPr>
          <p:cNvPr id="17" name="shape-792">
            <a:extLst>
              <a:ext uri="{FF2B5EF4-FFF2-40B4-BE49-F238E27FC236}">
                <a16:creationId xmlns:a16="http://schemas.microsoft.com/office/drawing/2014/main" id="{99CA6573-CBF2-453F-A090-785400251920}"/>
              </a:ext>
            </a:extLst>
          </p:cNvPr>
          <p:cNvSpPr>
            <a:spLocks noGrp="1"/>
          </p:cNvSpPr>
          <p:nvPr/>
        </p:nvSpPr>
        <p:spPr>
          <a:xfrm>
            <a:off x="6286500" y="2000250"/>
            <a:ext cx="2333625" cy="819150"/>
          </a:xfrm>
          <a:prstGeom prst="roundRect">
            <a:avLst>
              <a:gd name="adj" fmla="val 8140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18" name="shape-793">
            <a:extLst>
              <a:ext uri="{FF2B5EF4-FFF2-40B4-BE49-F238E27FC236}">
                <a16:creationId xmlns:a16="http://schemas.microsoft.com/office/drawing/2014/main" id="{7E87FF43-88A3-49CE-8286-D7571601EC1B}"/>
              </a:ext>
            </a:extLst>
          </p:cNvPr>
          <p:cNvSpPr>
            <a:spLocks noGrp="1"/>
          </p:cNvSpPr>
          <p:nvPr/>
        </p:nvSpPr>
        <p:spPr>
          <a:xfrm>
            <a:off x="6381750" y="2085975"/>
            <a:ext cx="2143125" cy="3686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差异 D</a:t>
            </a:r>
          </a:p>
        </p:txBody>
      </p:sp>
      <p:sp>
        <p:nvSpPr>
          <p:cNvPr id="19" name="shape-794">
            <a:extLst>
              <a:ext uri="{FF2B5EF4-FFF2-40B4-BE49-F238E27FC236}">
                <a16:creationId xmlns:a16="http://schemas.microsoft.com/office/drawing/2014/main" id="{58583970-93B0-4E10-902A-8411F4B61627}"/>
              </a:ext>
            </a:extLst>
          </p:cNvPr>
          <p:cNvSpPr>
            <a:spLocks noGrp="1"/>
          </p:cNvSpPr>
          <p:nvPr/>
        </p:nvSpPr>
        <p:spPr>
          <a:xfrm>
            <a:off x="6381750" y="2393442"/>
            <a:ext cx="2143125" cy="3522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|x − yᵃ|</a:t>
            </a:r>
          </a:p>
        </p:txBody>
      </p:sp>
      <p:sp>
        <p:nvSpPr>
          <p:cNvPr id="20" name="shape-795">
            <a:extLst>
              <a:ext uri="{FF2B5EF4-FFF2-40B4-BE49-F238E27FC236}">
                <a16:creationId xmlns:a16="http://schemas.microsoft.com/office/drawing/2014/main" id="{784AF9A2-C8DE-45F7-A136-098E3DCDDE89}"/>
              </a:ext>
            </a:extLst>
          </p:cNvPr>
          <p:cNvSpPr>
            <a:spLocks noGrp="1"/>
          </p:cNvSpPr>
          <p:nvPr/>
        </p:nvSpPr>
        <p:spPr>
          <a:xfrm>
            <a:off x="6286500" y="3505200"/>
            <a:ext cx="2333625" cy="819150"/>
          </a:xfrm>
          <a:prstGeom prst="roundRect">
            <a:avLst>
              <a:gd name="adj" fmla="val 8140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21" name="shape-796">
            <a:extLst>
              <a:ext uri="{FF2B5EF4-FFF2-40B4-BE49-F238E27FC236}">
                <a16:creationId xmlns:a16="http://schemas.microsoft.com/office/drawing/2014/main" id="{D4BA8FCC-BED7-4CBB-87CB-E13A8E832DFC}"/>
              </a:ext>
            </a:extLst>
          </p:cNvPr>
          <p:cNvSpPr>
            <a:spLocks noGrp="1"/>
          </p:cNvSpPr>
          <p:nvPr/>
        </p:nvSpPr>
        <p:spPr>
          <a:xfrm>
            <a:off x="6381750" y="3590925"/>
            <a:ext cx="2143125" cy="3686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上下文 C</a:t>
            </a:r>
          </a:p>
        </p:txBody>
      </p:sp>
      <p:sp>
        <p:nvSpPr>
          <p:cNvPr id="22" name="shape-797">
            <a:extLst>
              <a:ext uri="{FF2B5EF4-FFF2-40B4-BE49-F238E27FC236}">
                <a16:creationId xmlns:a16="http://schemas.microsoft.com/office/drawing/2014/main" id="{0C6F833E-AAE7-4CC6-82A9-A95A2F20DE66}"/>
              </a:ext>
            </a:extLst>
          </p:cNvPr>
          <p:cNvSpPr>
            <a:spLocks noGrp="1"/>
          </p:cNvSpPr>
          <p:nvPr/>
        </p:nvSpPr>
        <p:spPr>
          <a:xfrm>
            <a:off x="6381750" y="3898392"/>
            <a:ext cx="2143125" cy="3522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PW[x,yᵃ]</a:t>
            </a:r>
          </a:p>
        </p:txBody>
      </p:sp>
      <p:sp>
        <p:nvSpPr>
          <p:cNvPr id="23" name="shape-798">
            <a:extLst>
              <a:ext uri="{FF2B5EF4-FFF2-40B4-BE49-F238E27FC236}">
                <a16:creationId xmlns:a16="http://schemas.microsoft.com/office/drawing/2014/main" id="{2DD7D43F-FCCA-466A-B99A-8F77F6D91586}"/>
              </a:ext>
            </a:extLst>
          </p:cNvPr>
          <p:cNvSpPr>
            <a:spLocks noGrp="1"/>
          </p:cNvSpPr>
          <p:nvPr/>
        </p:nvSpPr>
        <p:spPr>
          <a:xfrm>
            <a:off x="9525000" y="2400300"/>
            <a:ext cx="2762250" cy="1381125"/>
          </a:xfrm>
          <a:prstGeom prst="roundRect">
            <a:avLst>
              <a:gd name="adj" fmla="val 4828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24" name="shape-799">
            <a:extLst>
              <a:ext uri="{FF2B5EF4-FFF2-40B4-BE49-F238E27FC236}">
                <a16:creationId xmlns:a16="http://schemas.microsoft.com/office/drawing/2014/main" id="{7AA4843D-D14C-46BD-985E-234A32091F97}"/>
              </a:ext>
            </a:extLst>
          </p:cNvPr>
          <p:cNvSpPr>
            <a:spLocks noGrp="1"/>
          </p:cNvSpPr>
          <p:nvPr/>
        </p:nvSpPr>
        <p:spPr>
          <a:xfrm>
            <a:off x="9620250" y="2486025"/>
            <a:ext cx="2571750" cy="6215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空间 × 通道注意力</a:t>
            </a:r>
          </a:p>
        </p:txBody>
      </p:sp>
      <p:sp>
        <p:nvSpPr>
          <p:cNvPr id="25" name="shape-800">
            <a:extLst>
              <a:ext uri="{FF2B5EF4-FFF2-40B4-BE49-F238E27FC236}">
                <a16:creationId xmlns:a16="http://schemas.microsoft.com/office/drawing/2014/main" id="{E2D4BB38-A756-47C0-AA34-57643E6326B1}"/>
              </a:ext>
            </a:extLst>
          </p:cNvPr>
          <p:cNvSpPr>
            <a:spLocks noGrp="1"/>
          </p:cNvSpPr>
          <p:nvPr/>
        </p:nvSpPr>
        <p:spPr>
          <a:xfrm>
            <a:off x="9620250" y="3063240"/>
            <a:ext cx="2571750" cy="5938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A = SA(D) ⊙ CA(C)</a:t>
            </a:r>
          </a:p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门控 D 与 C</a:t>
            </a:r>
          </a:p>
        </p:txBody>
      </p:sp>
      <p:sp>
        <p:nvSpPr>
          <p:cNvPr id="26" name="shape-801">
            <a:extLst>
              <a:ext uri="{FF2B5EF4-FFF2-40B4-BE49-F238E27FC236}">
                <a16:creationId xmlns:a16="http://schemas.microsoft.com/office/drawing/2014/main" id="{830920B8-D215-4E0F-80CA-77923C7D2D84}"/>
              </a:ext>
            </a:extLst>
          </p:cNvPr>
          <p:cNvSpPr>
            <a:spLocks noGrp="1"/>
          </p:cNvSpPr>
          <p:nvPr/>
        </p:nvSpPr>
        <p:spPr>
          <a:xfrm>
            <a:off x="12954000" y="2571750"/>
            <a:ext cx="1714500" cy="1047750"/>
          </a:xfrm>
          <a:prstGeom prst="roundRect">
            <a:avLst>
              <a:gd name="adj" fmla="val 6364"/>
            </a:avLst>
          </a:prstGeom>
          <a:solidFill>
            <a:srgbClr val="E8F5F3"/>
          </a:solidFill>
          <a:ln w="15240">
            <a:solidFill>
              <a:srgbClr val="087F83"/>
            </a:solidFill>
            <a:prstDash val="solid"/>
          </a:ln>
        </p:spPr>
      </p:sp>
      <p:sp>
        <p:nvSpPr>
          <p:cNvPr id="27" name="shape-802">
            <a:extLst>
              <a:ext uri="{FF2B5EF4-FFF2-40B4-BE49-F238E27FC236}">
                <a16:creationId xmlns:a16="http://schemas.microsoft.com/office/drawing/2014/main" id="{D90DE4BA-F8CD-4D6F-B256-526B5B145C3D}"/>
              </a:ext>
            </a:extLst>
          </p:cNvPr>
          <p:cNvSpPr>
            <a:spLocks noGrp="1"/>
          </p:cNvSpPr>
          <p:nvPr/>
        </p:nvSpPr>
        <p:spPr>
          <a:xfrm>
            <a:off x="13049250" y="2657475"/>
            <a:ext cx="1524000" cy="4714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Concat + CBR</a:t>
            </a:r>
          </a:p>
        </p:txBody>
      </p:sp>
      <p:sp>
        <p:nvSpPr>
          <p:cNvPr id="28" name="shape-803">
            <a:extLst>
              <a:ext uri="{FF2B5EF4-FFF2-40B4-BE49-F238E27FC236}">
                <a16:creationId xmlns:a16="http://schemas.microsoft.com/office/drawing/2014/main" id="{74A193F5-8414-4A50-9137-1C615BA3AE64}"/>
              </a:ext>
            </a:extLst>
          </p:cNvPr>
          <p:cNvSpPr>
            <a:spLocks noGrp="1"/>
          </p:cNvSpPr>
          <p:nvPr/>
        </p:nvSpPr>
        <p:spPr>
          <a:xfrm>
            <a:off x="13049250" y="3074670"/>
            <a:ext cx="1524000" cy="4505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输出差异特征</a:t>
            </a:r>
          </a:p>
        </p:txBody>
      </p:sp>
      <p:sp>
        <p:nvSpPr>
          <p:cNvPr id="29" name="shape-804">
            <a:extLst>
              <a:ext uri="{FF2B5EF4-FFF2-40B4-BE49-F238E27FC236}">
                <a16:creationId xmlns:a16="http://schemas.microsoft.com/office/drawing/2014/main" id="{D857518D-3F16-42E4-BDD8-57C24B09B534}"/>
              </a:ext>
            </a:extLst>
          </p:cNvPr>
          <p:cNvSpPr>
            <a:spLocks noGrp="1"/>
          </p:cNvSpPr>
          <p:nvPr/>
        </p:nvSpPr>
        <p:spPr>
          <a:xfrm>
            <a:off x="2285048" y="30279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0" name="shape-805">
            <a:extLst>
              <a:ext uri="{FF2B5EF4-FFF2-40B4-BE49-F238E27FC236}">
                <a16:creationId xmlns:a16="http://schemas.microsoft.com/office/drawing/2014/main" id="{1062943B-2D9B-4E14-9C17-E05F4B3CD9DD}"/>
              </a:ext>
            </a:extLst>
          </p:cNvPr>
          <p:cNvSpPr>
            <a:spLocks noGrp="1"/>
          </p:cNvSpPr>
          <p:nvPr/>
        </p:nvSpPr>
        <p:spPr>
          <a:xfrm>
            <a:off x="2904173" y="30279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1" name="直接箭头连接符 170"/>
          <p:cNvCxnSpPr>
            <a:stCxn id="29" idx="3"/>
            <a:endCxn id="30" idx="1"/>
          </p:cNvCxnSpPr>
          <p:nvPr/>
        </p:nvCxnSpPr>
        <p:spPr>
          <a:xfrm>
            <a:off x="2286953" y="3028951"/>
            <a:ext cx="6172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32" name="shape-806">
            <a:extLst>
              <a:ext uri="{FF2B5EF4-FFF2-40B4-BE49-F238E27FC236}">
                <a16:creationId xmlns:a16="http://schemas.microsoft.com/office/drawing/2014/main" id="{7C2B9AAF-F878-4F52-9070-7C12509EAFFB}"/>
              </a:ext>
            </a:extLst>
          </p:cNvPr>
          <p:cNvSpPr>
            <a:spLocks noGrp="1"/>
          </p:cNvSpPr>
          <p:nvPr/>
        </p:nvSpPr>
        <p:spPr>
          <a:xfrm>
            <a:off x="5523548" y="2799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3" name="shape-807">
            <a:extLst>
              <a:ext uri="{FF2B5EF4-FFF2-40B4-BE49-F238E27FC236}">
                <a16:creationId xmlns:a16="http://schemas.microsoft.com/office/drawing/2014/main" id="{05FF6ADA-D0E4-45E3-896D-0CA8048AEBAF}"/>
              </a:ext>
            </a:extLst>
          </p:cNvPr>
          <p:cNvSpPr>
            <a:spLocks noGrp="1"/>
          </p:cNvSpPr>
          <p:nvPr/>
        </p:nvSpPr>
        <p:spPr>
          <a:xfrm>
            <a:off x="5904548" y="2799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4" name="直接箭头连接符 173"/>
          <p:cNvCxnSpPr>
            <a:stCxn id="32" idx="3"/>
            <a:endCxn id="33" idx="1"/>
          </p:cNvCxnSpPr>
          <p:nvPr/>
        </p:nvCxnSpPr>
        <p:spPr>
          <a:xfrm>
            <a:off x="5525453" y="2800351"/>
            <a:ext cx="3790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35" name="shape-808">
            <a:extLst>
              <a:ext uri="{FF2B5EF4-FFF2-40B4-BE49-F238E27FC236}">
                <a16:creationId xmlns:a16="http://schemas.microsoft.com/office/drawing/2014/main" id="{2DA08386-BC31-4285-A37F-33BD52673E98}"/>
              </a:ext>
            </a:extLst>
          </p:cNvPr>
          <p:cNvSpPr>
            <a:spLocks noGrp="1"/>
          </p:cNvSpPr>
          <p:nvPr/>
        </p:nvSpPr>
        <p:spPr>
          <a:xfrm>
            <a:off x="5904548" y="2799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6" name="shape-809">
            <a:extLst>
              <a:ext uri="{FF2B5EF4-FFF2-40B4-BE49-F238E27FC236}">
                <a16:creationId xmlns:a16="http://schemas.microsoft.com/office/drawing/2014/main" id="{044A8CB1-9016-4F3F-89A0-F12337565937}"/>
              </a:ext>
            </a:extLst>
          </p:cNvPr>
          <p:cNvSpPr>
            <a:spLocks noGrp="1"/>
          </p:cNvSpPr>
          <p:nvPr/>
        </p:nvSpPr>
        <p:spPr>
          <a:xfrm>
            <a:off x="5904548" y="2408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77" name="直接箭头连接符 176"/>
          <p:cNvCxnSpPr>
            <a:stCxn id="35" idx="3"/>
            <a:endCxn id="36" idx="1"/>
          </p:cNvCxnSpPr>
          <p:nvPr/>
        </p:nvCxnSpPr>
        <p:spPr>
          <a:xfrm flipH="1" flipV="1">
            <a:off x="5904548" y="2409826"/>
            <a:ext cx="1905" cy="390525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38" name="shape-810">
            <a:extLst>
              <a:ext uri="{FF2B5EF4-FFF2-40B4-BE49-F238E27FC236}">
                <a16:creationId xmlns:a16="http://schemas.microsoft.com/office/drawing/2014/main" id="{E3ABA81A-7382-41D1-B4FF-637C7483B178}"/>
              </a:ext>
            </a:extLst>
          </p:cNvPr>
          <p:cNvSpPr>
            <a:spLocks noGrp="1"/>
          </p:cNvSpPr>
          <p:nvPr/>
        </p:nvSpPr>
        <p:spPr>
          <a:xfrm>
            <a:off x="5904548" y="2408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9" name="shape-811">
            <a:extLst>
              <a:ext uri="{FF2B5EF4-FFF2-40B4-BE49-F238E27FC236}">
                <a16:creationId xmlns:a16="http://schemas.microsoft.com/office/drawing/2014/main" id="{CCFAA4EA-AF51-4E8E-BF37-AF7332487B36}"/>
              </a:ext>
            </a:extLst>
          </p:cNvPr>
          <p:cNvSpPr>
            <a:spLocks noGrp="1"/>
          </p:cNvSpPr>
          <p:nvPr/>
        </p:nvSpPr>
        <p:spPr>
          <a:xfrm>
            <a:off x="6285548" y="2408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80" name="直接箭头连接符 179"/>
          <p:cNvCxnSpPr>
            <a:stCxn id="38" idx="3"/>
            <a:endCxn id="39" idx="1"/>
          </p:cNvCxnSpPr>
          <p:nvPr/>
        </p:nvCxnSpPr>
        <p:spPr>
          <a:xfrm>
            <a:off x="5906453" y="2409826"/>
            <a:ext cx="3790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41" name="shape-812">
            <a:extLst>
              <a:ext uri="{FF2B5EF4-FFF2-40B4-BE49-F238E27FC236}">
                <a16:creationId xmlns:a16="http://schemas.microsoft.com/office/drawing/2014/main" id="{413F2A58-3F40-48AE-AF11-9F8E1031F650}"/>
              </a:ext>
            </a:extLst>
          </p:cNvPr>
          <p:cNvSpPr>
            <a:spLocks noGrp="1"/>
          </p:cNvSpPr>
          <p:nvPr/>
        </p:nvSpPr>
        <p:spPr>
          <a:xfrm>
            <a:off x="5523548" y="324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2" name="shape-813">
            <a:extLst>
              <a:ext uri="{FF2B5EF4-FFF2-40B4-BE49-F238E27FC236}">
                <a16:creationId xmlns:a16="http://schemas.microsoft.com/office/drawing/2014/main" id="{6C8C774C-8202-4513-A995-66D1B44E31A3}"/>
              </a:ext>
            </a:extLst>
          </p:cNvPr>
          <p:cNvSpPr>
            <a:spLocks noGrp="1"/>
          </p:cNvSpPr>
          <p:nvPr/>
        </p:nvSpPr>
        <p:spPr>
          <a:xfrm>
            <a:off x="5904548" y="324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83" name="直接箭头连接符 182"/>
          <p:cNvCxnSpPr>
            <a:stCxn id="41" idx="3"/>
            <a:endCxn id="42" idx="1"/>
          </p:cNvCxnSpPr>
          <p:nvPr/>
        </p:nvCxnSpPr>
        <p:spPr>
          <a:xfrm>
            <a:off x="5525453" y="3248026"/>
            <a:ext cx="3790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44" name="shape-814">
            <a:extLst>
              <a:ext uri="{FF2B5EF4-FFF2-40B4-BE49-F238E27FC236}">
                <a16:creationId xmlns:a16="http://schemas.microsoft.com/office/drawing/2014/main" id="{64245D29-C7DF-4EA8-8A25-0B33D0EC2BA5}"/>
              </a:ext>
            </a:extLst>
          </p:cNvPr>
          <p:cNvSpPr>
            <a:spLocks noGrp="1"/>
          </p:cNvSpPr>
          <p:nvPr/>
        </p:nvSpPr>
        <p:spPr>
          <a:xfrm>
            <a:off x="5904548" y="324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5" name="shape-815">
            <a:extLst>
              <a:ext uri="{FF2B5EF4-FFF2-40B4-BE49-F238E27FC236}">
                <a16:creationId xmlns:a16="http://schemas.microsoft.com/office/drawing/2014/main" id="{C0FD9B23-FBED-44A4-8D0A-80EE9EB62952}"/>
              </a:ext>
            </a:extLst>
          </p:cNvPr>
          <p:cNvSpPr>
            <a:spLocks noGrp="1"/>
          </p:cNvSpPr>
          <p:nvPr/>
        </p:nvSpPr>
        <p:spPr>
          <a:xfrm>
            <a:off x="5904548" y="39138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86" name="直接箭头连接符 185"/>
          <p:cNvCxnSpPr>
            <a:stCxn id="44" idx="3"/>
            <a:endCxn id="45" idx="1"/>
          </p:cNvCxnSpPr>
          <p:nvPr/>
        </p:nvCxnSpPr>
        <p:spPr>
          <a:xfrm flipH="1">
            <a:off x="5904548" y="3248026"/>
            <a:ext cx="1905" cy="66675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47" name="shape-816">
            <a:extLst>
              <a:ext uri="{FF2B5EF4-FFF2-40B4-BE49-F238E27FC236}">
                <a16:creationId xmlns:a16="http://schemas.microsoft.com/office/drawing/2014/main" id="{CDD8F58B-C4F5-47D4-B0AD-B75511BB8F1D}"/>
              </a:ext>
            </a:extLst>
          </p:cNvPr>
          <p:cNvSpPr>
            <a:spLocks noGrp="1"/>
          </p:cNvSpPr>
          <p:nvPr/>
        </p:nvSpPr>
        <p:spPr>
          <a:xfrm>
            <a:off x="5904548" y="39138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8" name="shape-817">
            <a:extLst>
              <a:ext uri="{FF2B5EF4-FFF2-40B4-BE49-F238E27FC236}">
                <a16:creationId xmlns:a16="http://schemas.microsoft.com/office/drawing/2014/main" id="{900A3BAA-9D9A-4118-9F34-E708FD416C63}"/>
              </a:ext>
            </a:extLst>
          </p:cNvPr>
          <p:cNvSpPr>
            <a:spLocks noGrp="1"/>
          </p:cNvSpPr>
          <p:nvPr/>
        </p:nvSpPr>
        <p:spPr>
          <a:xfrm>
            <a:off x="6285548" y="39138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89" name="直接箭头连接符 188"/>
          <p:cNvCxnSpPr>
            <a:stCxn id="47" idx="3"/>
            <a:endCxn id="48" idx="1"/>
          </p:cNvCxnSpPr>
          <p:nvPr/>
        </p:nvCxnSpPr>
        <p:spPr>
          <a:xfrm>
            <a:off x="5906453" y="3914776"/>
            <a:ext cx="3790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50" name="shape-818">
            <a:extLst>
              <a:ext uri="{FF2B5EF4-FFF2-40B4-BE49-F238E27FC236}">
                <a16:creationId xmlns:a16="http://schemas.microsoft.com/office/drawing/2014/main" id="{B7F31C0C-8A13-4841-86E2-DED815070621}"/>
              </a:ext>
            </a:extLst>
          </p:cNvPr>
          <p:cNvSpPr>
            <a:spLocks noGrp="1"/>
          </p:cNvSpPr>
          <p:nvPr/>
        </p:nvSpPr>
        <p:spPr>
          <a:xfrm>
            <a:off x="8619173" y="2408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1" name="shape-819">
            <a:extLst>
              <a:ext uri="{FF2B5EF4-FFF2-40B4-BE49-F238E27FC236}">
                <a16:creationId xmlns:a16="http://schemas.microsoft.com/office/drawing/2014/main" id="{69769BDE-598A-48FF-847E-4EC41AD230B1}"/>
              </a:ext>
            </a:extLst>
          </p:cNvPr>
          <p:cNvSpPr>
            <a:spLocks noGrp="1"/>
          </p:cNvSpPr>
          <p:nvPr/>
        </p:nvSpPr>
        <p:spPr>
          <a:xfrm>
            <a:off x="9047798" y="2408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2" name="直接箭头连接符 191"/>
          <p:cNvCxnSpPr>
            <a:stCxn id="50" idx="3"/>
            <a:endCxn id="51" idx="1"/>
          </p:cNvCxnSpPr>
          <p:nvPr/>
        </p:nvCxnSpPr>
        <p:spPr>
          <a:xfrm>
            <a:off x="8621078" y="2409826"/>
            <a:ext cx="426720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none" w="sm" len="sm"/>
          </a:ln>
        </p:spPr>
      </p:cxnSp>
      <p:sp>
        <p:nvSpPr>
          <p:cNvPr id="53" name="shape-820">
            <a:extLst>
              <a:ext uri="{FF2B5EF4-FFF2-40B4-BE49-F238E27FC236}">
                <a16:creationId xmlns:a16="http://schemas.microsoft.com/office/drawing/2014/main" id="{B5EC502E-4CB2-4A6B-9095-475887BB471E}"/>
              </a:ext>
            </a:extLst>
          </p:cNvPr>
          <p:cNvSpPr>
            <a:spLocks noGrp="1"/>
          </p:cNvSpPr>
          <p:nvPr/>
        </p:nvSpPr>
        <p:spPr>
          <a:xfrm>
            <a:off x="9047798" y="24088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4" name="shape-821">
            <a:extLst>
              <a:ext uri="{FF2B5EF4-FFF2-40B4-BE49-F238E27FC236}">
                <a16:creationId xmlns:a16="http://schemas.microsoft.com/office/drawing/2014/main" id="{D75FCD14-0CB4-471B-AAED-975E811783E8}"/>
              </a:ext>
            </a:extLst>
          </p:cNvPr>
          <p:cNvSpPr>
            <a:spLocks noGrp="1"/>
          </p:cNvSpPr>
          <p:nvPr/>
        </p:nvSpPr>
        <p:spPr>
          <a:xfrm>
            <a:off x="9047798" y="27803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5" name="直接箭头连接符 194"/>
          <p:cNvCxnSpPr>
            <a:stCxn id="53" idx="3"/>
            <a:endCxn id="54" idx="1"/>
          </p:cNvCxnSpPr>
          <p:nvPr/>
        </p:nvCxnSpPr>
        <p:spPr>
          <a:xfrm flipH="1">
            <a:off x="9047798" y="2409826"/>
            <a:ext cx="1905" cy="371475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none" w="sm" len="sm"/>
          </a:ln>
        </p:spPr>
      </p:cxnSp>
      <p:sp>
        <p:nvSpPr>
          <p:cNvPr id="56" name="shape-822">
            <a:extLst>
              <a:ext uri="{FF2B5EF4-FFF2-40B4-BE49-F238E27FC236}">
                <a16:creationId xmlns:a16="http://schemas.microsoft.com/office/drawing/2014/main" id="{6BB06C41-A606-4D85-BCBE-5CCE0D6CE70F}"/>
              </a:ext>
            </a:extLst>
          </p:cNvPr>
          <p:cNvSpPr>
            <a:spLocks noGrp="1"/>
          </p:cNvSpPr>
          <p:nvPr/>
        </p:nvSpPr>
        <p:spPr>
          <a:xfrm>
            <a:off x="9047798" y="27803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7" name="shape-823">
            <a:extLst>
              <a:ext uri="{FF2B5EF4-FFF2-40B4-BE49-F238E27FC236}">
                <a16:creationId xmlns:a16="http://schemas.microsoft.com/office/drawing/2014/main" id="{26D7A1A7-4372-46D5-A8CC-81A6AC79FFD9}"/>
              </a:ext>
            </a:extLst>
          </p:cNvPr>
          <p:cNvSpPr>
            <a:spLocks noGrp="1"/>
          </p:cNvSpPr>
          <p:nvPr/>
        </p:nvSpPr>
        <p:spPr>
          <a:xfrm>
            <a:off x="9524048" y="27803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8" name="直接箭头连接符 197"/>
          <p:cNvCxnSpPr>
            <a:stCxn id="56" idx="3"/>
            <a:endCxn id="57" idx="1"/>
          </p:cNvCxnSpPr>
          <p:nvPr/>
        </p:nvCxnSpPr>
        <p:spPr>
          <a:xfrm>
            <a:off x="9049703" y="2781301"/>
            <a:ext cx="474345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59" name="shape-824">
            <a:extLst>
              <a:ext uri="{FF2B5EF4-FFF2-40B4-BE49-F238E27FC236}">
                <a16:creationId xmlns:a16="http://schemas.microsoft.com/office/drawing/2014/main" id="{61ECCCCE-A352-4DC1-AE81-6F97EC00EDEB}"/>
              </a:ext>
            </a:extLst>
          </p:cNvPr>
          <p:cNvSpPr>
            <a:spLocks noGrp="1"/>
          </p:cNvSpPr>
          <p:nvPr/>
        </p:nvSpPr>
        <p:spPr>
          <a:xfrm>
            <a:off x="8619173" y="39138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0" name="shape-825">
            <a:extLst>
              <a:ext uri="{FF2B5EF4-FFF2-40B4-BE49-F238E27FC236}">
                <a16:creationId xmlns:a16="http://schemas.microsoft.com/office/drawing/2014/main" id="{47A110AC-E371-4879-B74E-3C4572BFAE90}"/>
              </a:ext>
            </a:extLst>
          </p:cNvPr>
          <p:cNvSpPr>
            <a:spLocks noGrp="1"/>
          </p:cNvSpPr>
          <p:nvPr/>
        </p:nvSpPr>
        <p:spPr>
          <a:xfrm>
            <a:off x="9047798" y="39138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1" name="直接箭头连接符 200"/>
          <p:cNvCxnSpPr>
            <a:stCxn id="59" idx="3"/>
            <a:endCxn id="60" idx="1"/>
          </p:cNvCxnSpPr>
          <p:nvPr/>
        </p:nvCxnSpPr>
        <p:spPr>
          <a:xfrm>
            <a:off x="8621078" y="3914776"/>
            <a:ext cx="4267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62" name="shape-826">
            <a:extLst>
              <a:ext uri="{FF2B5EF4-FFF2-40B4-BE49-F238E27FC236}">
                <a16:creationId xmlns:a16="http://schemas.microsoft.com/office/drawing/2014/main" id="{DEFEA8C1-C448-4015-BC0D-1623F4AAECA0}"/>
              </a:ext>
            </a:extLst>
          </p:cNvPr>
          <p:cNvSpPr>
            <a:spLocks noGrp="1"/>
          </p:cNvSpPr>
          <p:nvPr/>
        </p:nvSpPr>
        <p:spPr>
          <a:xfrm>
            <a:off x="9047798" y="39138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3" name="shape-827">
            <a:extLst>
              <a:ext uri="{FF2B5EF4-FFF2-40B4-BE49-F238E27FC236}">
                <a16:creationId xmlns:a16="http://schemas.microsoft.com/office/drawing/2014/main" id="{F34A89E6-7CF2-4AF6-8B63-B4DEA12B7C88}"/>
              </a:ext>
            </a:extLst>
          </p:cNvPr>
          <p:cNvSpPr>
            <a:spLocks noGrp="1"/>
          </p:cNvSpPr>
          <p:nvPr/>
        </p:nvSpPr>
        <p:spPr>
          <a:xfrm>
            <a:off x="9047798" y="34280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4" name="直接箭头连接符 203"/>
          <p:cNvCxnSpPr>
            <a:stCxn id="62" idx="3"/>
            <a:endCxn id="63" idx="1"/>
          </p:cNvCxnSpPr>
          <p:nvPr/>
        </p:nvCxnSpPr>
        <p:spPr>
          <a:xfrm flipH="1" flipV="1">
            <a:off x="9047798" y="3429001"/>
            <a:ext cx="1905" cy="485775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65" name="shape-828">
            <a:extLst>
              <a:ext uri="{FF2B5EF4-FFF2-40B4-BE49-F238E27FC236}">
                <a16:creationId xmlns:a16="http://schemas.microsoft.com/office/drawing/2014/main" id="{F6AD0ADD-8036-450F-B3FC-3E863C83BEEE}"/>
              </a:ext>
            </a:extLst>
          </p:cNvPr>
          <p:cNvSpPr>
            <a:spLocks noGrp="1"/>
          </p:cNvSpPr>
          <p:nvPr/>
        </p:nvSpPr>
        <p:spPr>
          <a:xfrm>
            <a:off x="9047798" y="34280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6" name="shape-829">
            <a:extLst>
              <a:ext uri="{FF2B5EF4-FFF2-40B4-BE49-F238E27FC236}">
                <a16:creationId xmlns:a16="http://schemas.microsoft.com/office/drawing/2014/main" id="{4B01DCDF-8C08-4E9B-B11A-DFA2FEBA43D5}"/>
              </a:ext>
            </a:extLst>
          </p:cNvPr>
          <p:cNvSpPr>
            <a:spLocks noGrp="1"/>
          </p:cNvSpPr>
          <p:nvPr/>
        </p:nvSpPr>
        <p:spPr>
          <a:xfrm>
            <a:off x="9524048" y="34280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7" name="直接箭头连接符 206"/>
          <p:cNvCxnSpPr>
            <a:stCxn id="65" idx="3"/>
            <a:endCxn id="66" idx="1"/>
          </p:cNvCxnSpPr>
          <p:nvPr/>
        </p:nvCxnSpPr>
        <p:spPr>
          <a:xfrm>
            <a:off x="9049703" y="3429001"/>
            <a:ext cx="47434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68" name="shape-830">
            <a:extLst>
              <a:ext uri="{FF2B5EF4-FFF2-40B4-BE49-F238E27FC236}">
                <a16:creationId xmlns:a16="http://schemas.microsoft.com/office/drawing/2014/main" id="{DD20DF43-DAF7-48B7-B8C9-E7F58FDB7C4B}"/>
              </a:ext>
            </a:extLst>
          </p:cNvPr>
          <p:cNvSpPr>
            <a:spLocks noGrp="1"/>
          </p:cNvSpPr>
          <p:nvPr/>
        </p:nvSpPr>
        <p:spPr>
          <a:xfrm>
            <a:off x="12286298" y="30851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9" name="shape-831">
            <a:extLst>
              <a:ext uri="{FF2B5EF4-FFF2-40B4-BE49-F238E27FC236}">
                <a16:creationId xmlns:a16="http://schemas.microsoft.com/office/drawing/2014/main" id="{76B351AF-5C27-45C4-AFE0-5A13BA64E5BD}"/>
              </a:ext>
            </a:extLst>
          </p:cNvPr>
          <p:cNvSpPr>
            <a:spLocks noGrp="1"/>
          </p:cNvSpPr>
          <p:nvPr/>
        </p:nvSpPr>
        <p:spPr>
          <a:xfrm>
            <a:off x="12953048" y="30851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0" name="直接箭头连接符 209"/>
          <p:cNvCxnSpPr>
            <a:stCxn id="68" idx="3"/>
            <a:endCxn id="69" idx="1"/>
          </p:cNvCxnSpPr>
          <p:nvPr/>
        </p:nvCxnSpPr>
        <p:spPr>
          <a:xfrm>
            <a:off x="12288203" y="3086101"/>
            <a:ext cx="664845" cy="0"/>
          </a:xfrm>
          <a:prstGeom prst="straightConnector1">
            <a:avLst/>
          </a:prstGeom>
          <a:ln w="21908">
            <a:solidFill>
              <a:srgbClr val="087F83"/>
            </a:solidFill>
            <a:prstDash val="solid"/>
            <a:tailEnd type="triangle" w="sm" len="sm"/>
          </a:ln>
        </p:spPr>
      </p:cxnSp>
      <p:sp>
        <p:nvSpPr>
          <p:cNvPr id="71" name="shape-832">
            <a:extLst>
              <a:ext uri="{FF2B5EF4-FFF2-40B4-BE49-F238E27FC236}">
                <a16:creationId xmlns:a16="http://schemas.microsoft.com/office/drawing/2014/main" id="{C355A735-799A-49D6-A30F-A0B1E26F184F}"/>
              </a:ext>
            </a:extLst>
          </p:cNvPr>
          <p:cNvSpPr>
            <a:spLocks noGrp="1"/>
          </p:cNvSpPr>
          <p:nvPr/>
        </p:nvSpPr>
        <p:spPr>
          <a:xfrm>
            <a:off x="571500" y="4743450"/>
            <a:ext cx="7143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WaveletAttention 内部</a:t>
            </a:r>
          </a:p>
        </p:txBody>
      </p:sp>
      <p:sp>
        <p:nvSpPr>
          <p:cNvPr id="72" name="shape-833">
            <a:extLst>
              <a:ext uri="{FF2B5EF4-FFF2-40B4-BE49-F238E27FC236}">
                <a16:creationId xmlns:a16="http://schemas.microsoft.com/office/drawing/2014/main" id="{71FE1FB4-8FF5-49DB-A0CC-B9A7EA166D74}"/>
              </a:ext>
            </a:extLst>
          </p:cNvPr>
          <p:cNvSpPr>
            <a:spLocks noGrp="1"/>
          </p:cNvSpPr>
          <p:nvPr/>
        </p:nvSpPr>
        <p:spPr>
          <a:xfrm>
            <a:off x="571500" y="6010275"/>
            <a:ext cx="1143000" cy="666750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15240">
            <a:solidFill>
              <a:srgbClr val="738492"/>
            </a:solidFill>
            <a:prstDash val="solid"/>
          </a:ln>
        </p:spPr>
      </p:sp>
      <p:sp>
        <p:nvSpPr>
          <p:cNvPr id="73" name="shape-834">
            <a:extLst>
              <a:ext uri="{FF2B5EF4-FFF2-40B4-BE49-F238E27FC236}">
                <a16:creationId xmlns:a16="http://schemas.microsoft.com/office/drawing/2014/main" id="{38030A14-34D2-42B8-8EAB-528D56A379DD}"/>
              </a:ext>
            </a:extLst>
          </p:cNvPr>
          <p:cNvSpPr>
            <a:spLocks noGrp="1"/>
          </p:cNvSpPr>
          <p:nvPr/>
        </p:nvSpPr>
        <p:spPr>
          <a:xfrm>
            <a:off x="666750" y="6086475"/>
            <a:ext cx="95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38492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74" name="shape-835">
            <a:extLst>
              <a:ext uri="{FF2B5EF4-FFF2-40B4-BE49-F238E27FC236}">
                <a16:creationId xmlns:a16="http://schemas.microsoft.com/office/drawing/2014/main" id="{CBB2C687-EC39-427D-A28A-E26571AD0C82}"/>
              </a:ext>
            </a:extLst>
          </p:cNvPr>
          <p:cNvSpPr>
            <a:spLocks noGrp="1"/>
          </p:cNvSpPr>
          <p:nvPr/>
        </p:nvSpPr>
        <p:spPr>
          <a:xfrm>
            <a:off x="2286000" y="5953125"/>
            <a:ext cx="1524000" cy="781050"/>
          </a:xfrm>
          <a:prstGeom prst="roundRect">
            <a:avLst>
              <a:gd name="adj" fmla="val 8537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75" name="shape-836">
            <a:extLst>
              <a:ext uri="{FF2B5EF4-FFF2-40B4-BE49-F238E27FC236}">
                <a16:creationId xmlns:a16="http://schemas.microsoft.com/office/drawing/2014/main" id="{16FD9CC1-DFF6-4FAD-8F9A-BA9A2E7E3B86}"/>
              </a:ext>
            </a:extLst>
          </p:cNvPr>
          <p:cNvSpPr>
            <a:spLocks noGrp="1"/>
          </p:cNvSpPr>
          <p:nvPr/>
        </p:nvSpPr>
        <p:spPr>
          <a:xfrm>
            <a:off x="2381250" y="6029325"/>
            <a:ext cx="1333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Haar DWT</a:t>
            </a:r>
          </a:p>
        </p:txBody>
      </p:sp>
      <p:sp>
        <p:nvSpPr>
          <p:cNvPr id="76" name="shape-837">
            <a:extLst>
              <a:ext uri="{FF2B5EF4-FFF2-40B4-BE49-F238E27FC236}">
                <a16:creationId xmlns:a16="http://schemas.microsoft.com/office/drawing/2014/main" id="{5F8313B8-329D-4BBA-B029-A8F40F51B02D}"/>
              </a:ext>
            </a:extLst>
          </p:cNvPr>
          <p:cNvSpPr>
            <a:spLocks noGrp="1"/>
          </p:cNvSpPr>
          <p:nvPr/>
        </p:nvSpPr>
        <p:spPr>
          <a:xfrm>
            <a:off x="4619625" y="5353050"/>
            <a:ext cx="3143250" cy="762000"/>
          </a:xfrm>
          <a:prstGeom prst="roundRect">
            <a:avLst>
              <a:gd name="adj" fmla="val 8750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77" name="shape-838">
            <a:extLst>
              <a:ext uri="{FF2B5EF4-FFF2-40B4-BE49-F238E27FC236}">
                <a16:creationId xmlns:a16="http://schemas.microsoft.com/office/drawing/2014/main" id="{D769B2E8-E445-42D8-A85A-683F822278BC}"/>
              </a:ext>
            </a:extLst>
          </p:cNvPr>
          <p:cNvSpPr>
            <a:spLocks noGrp="1"/>
          </p:cNvSpPr>
          <p:nvPr/>
        </p:nvSpPr>
        <p:spPr>
          <a:xfrm>
            <a:off x="4714875" y="5429250"/>
            <a:ext cx="295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LL：4 头空间注意力</a:t>
            </a:r>
          </a:p>
        </p:txBody>
      </p:sp>
      <p:sp>
        <p:nvSpPr>
          <p:cNvPr id="78" name="shape-839">
            <a:extLst>
              <a:ext uri="{FF2B5EF4-FFF2-40B4-BE49-F238E27FC236}">
                <a16:creationId xmlns:a16="http://schemas.microsoft.com/office/drawing/2014/main" id="{8349C662-408E-429C-93F5-0A31647B849E}"/>
              </a:ext>
            </a:extLst>
          </p:cNvPr>
          <p:cNvSpPr>
            <a:spLocks noGrp="1"/>
          </p:cNvSpPr>
          <p:nvPr/>
        </p:nvSpPr>
        <p:spPr>
          <a:xfrm>
            <a:off x="4619625" y="6800850"/>
            <a:ext cx="3143250" cy="762000"/>
          </a:xfrm>
          <a:prstGeom prst="roundRect">
            <a:avLst>
              <a:gd name="adj" fmla="val 8750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79" name="shape-840">
            <a:extLst>
              <a:ext uri="{FF2B5EF4-FFF2-40B4-BE49-F238E27FC236}">
                <a16:creationId xmlns:a16="http://schemas.microsoft.com/office/drawing/2014/main" id="{D05EF9A7-2DA5-4C1E-B8D6-A3244E6F2124}"/>
              </a:ext>
            </a:extLst>
          </p:cNvPr>
          <p:cNvSpPr>
            <a:spLocks noGrp="1"/>
          </p:cNvSpPr>
          <p:nvPr/>
        </p:nvSpPr>
        <p:spPr>
          <a:xfrm>
            <a:off x="4714875" y="6886575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HF：三方向独立增强</a:t>
            </a:r>
          </a:p>
        </p:txBody>
      </p:sp>
      <p:sp>
        <p:nvSpPr>
          <p:cNvPr id="80" name="shape-841">
            <a:extLst>
              <a:ext uri="{FF2B5EF4-FFF2-40B4-BE49-F238E27FC236}">
                <a16:creationId xmlns:a16="http://schemas.microsoft.com/office/drawing/2014/main" id="{4ACFDCD6-E2CF-4484-A955-3C776C2EC52C}"/>
              </a:ext>
            </a:extLst>
          </p:cNvPr>
          <p:cNvSpPr>
            <a:spLocks noGrp="1"/>
          </p:cNvSpPr>
          <p:nvPr/>
        </p:nvSpPr>
        <p:spPr>
          <a:xfrm>
            <a:off x="4714875" y="7166610"/>
            <a:ext cx="2952750" cy="3276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Conv3 + ReLU，重复两次</a:t>
            </a:r>
          </a:p>
        </p:txBody>
      </p:sp>
      <p:sp>
        <p:nvSpPr>
          <p:cNvPr id="81" name="shape-842">
            <a:extLst>
              <a:ext uri="{FF2B5EF4-FFF2-40B4-BE49-F238E27FC236}">
                <a16:creationId xmlns:a16="http://schemas.microsoft.com/office/drawing/2014/main" id="{C961F88E-A83D-4768-B2EA-19D7BA83AF8D}"/>
              </a:ext>
            </a:extLst>
          </p:cNvPr>
          <p:cNvSpPr>
            <a:spLocks noGrp="1"/>
          </p:cNvSpPr>
          <p:nvPr/>
        </p:nvSpPr>
        <p:spPr>
          <a:xfrm>
            <a:off x="8524875" y="5953125"/>
            <a:ext cx="1476375" cy="781050"/>
          </a:xfrm>
          <a:prstGeom prst="roundRect">
            <a:avLst>
              <a:gd name="adj" fmla="val 8537"/>
            </a:avLst>
          </a:prstGeom>
          <a:solidFill>
            <a:srgbClr val="EAF2F9"/>
          </a:solidFill>
          <a:ln w="15240">
            <a:solidFill>
              <a:srgbClr val="326A9B"/>
            </a:solidFill>
            <a:prstDash val="solid"/>
          </a:ln>
        </p:spPr>
      </p:sp>
      <p:sp>
        <p:nvSpPr>
          <p:cNvPr id="82" name="shape-843">
            <a:extLst>
              <a:ext uri="{FF2B5EF4-FFF2-40B4-BE49-F238E27FC236}">
                <a16:creationId xmlns:a16="http://schemas.microsoft.com/office/drawing/2014/main" id="{7EA76F25-DC7A-4356-9E72-1D4EFB3B14CA}"/>
              </a:ext>
            </a:extLst>
          </p:cNvPr>
          <p:cNvSpPr>
            <a:spLocks noGrp="1"/>
          </p:cNvSpPr>
          <p:nvPr/>
        </p:nvSpPr>
        <p:spPr>
          <a:xfrm>
            <a:off x="8620125" y="6029325"/>
            <a:ext cx="1285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IDWT</a:t>
            </a: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6853F674-5AFA-4C3E-9471-444A38731799}"/>
              </a:ext>
            </a:extLst>
          </p:cNvPr>
          <p:cNvSpPr>
            <a:spLocks noGrp="1"/>
          </p:cNvSpPr>
          <p:nvPr/>
        </p:nvSpPr>
        <p:spPr>
          <a:xfrm>
            <a:off x="10267950" y="6134100"/>
            <a:ext cx="419100" cy="419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26A9B"/>
            </a:solidFill>
          </a:ln>
        </p:spPr>
      </p:sp>
      <p:sp>
        <p:nvSpPr>
          <p:cNvPr id="84" name="shape-844">
            <a:extLst>
              <a:ext uri="{FF2B5EF4-FFF2-40B4-BE49-F238E27FC236}">
                <a16:creationId xmlns:a16="http://schemas.microsoft.com/office/drawing/2014/main" id="{AE54705E-8680-4EFC-871A-DC09D6C46688}"/>
              </a:ext>
            </a:extLst>
          </p:cNvPr>
          <p:cNvSpPr>
            <a:spLocks noGrp="1"/>
          </p:cNvSpPr>
          <p:nvPr/>
        </p:nvSpPr>
        <p:spPr>
          <a:xfrm>
            <a:off x="10267950" y="61341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+</a:t>
            </a:r>
          </a:p>
        </p:txBody>
      </p:sp>
      <p:sp>
        <p:nvSpPr>
          <p:cNvPr id="85" name="shape-845">
            <a:extLst>
              <a:ext uri="{FF2B5EF4-FFF2-40B4-BE49-F238E27FC236}">
                <a16:creationId xmlns:a16="http://schemas.microsoft.com/office/drawing/2014/main" id="{AC6CA8C2-4AC4-4C21-964A-DA913FFFD192}"/>
              </a:ext>
            </a:extLst>
          </p:cNvPr>
          <p:cNvSpPr>
            <a:spLocks noGrp="1"/>
          </p:cNvSpPr>
          <p:nvPr/>
        </p:nvSpPr>
        <p:spPr>
          <a:xfrm>
            <a:off x="1713548" y="63426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6" name="shape-846">
            <a:extLst>
              <a:ext uri="{FF2B5EF4-FFF2-40B4-BE49-F238E27FC236}">
                <a16:creationId xmlns:a16="http://schemas.microsoft.com/office/drawing/2014/main" id="{5A76547A-8C85-4F81-8CC0-F5CC45539E88}"/>
              </a:ext>
            </a:extLst>
          </p:cNvPr>
          <p:cNvSpPr>
            <a:spLocks noGrp="1"/>
          </p:cNvSpPr>
          <p:nvPr/>
        </p:nvSpPr>
        <p:spPr>
          <a:xfrm>
            <a:off x="2285048" y="63426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27" name="直接箭头连接符 226"/>
          <p:cNvCxnSpPr>
            <a:stCxn id="85" idx="3"/>
            <a:endCxn id="86" idx="1"/>
          </p:cNvCxnSpPr>
          <p:nvPr/>
        </p:nvCxnSpPr>
        <p:spPr>
          <a:xfrm>
            <a:off x="1715453" y="6343651"/>
            <a:ext cx="5695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88" name="shape-847">
            <a:extLst>
              <a:ext uri="{FF2B5EF4-FFF2-40B4-BE49-F238E27FC236}">
                <a16:creationId xmlns:a16="http://schemas.microsoft.com/office/drawing/2014/main" id="{3E46C8A6-EF92-4F20-8101-70CB9CFDE017}"/>
              </a:ext>
            </a:extLst>
          </p:cNvPr>
          <p:cNvSpPr>
            <a:spLocks noGrp="1"/>
          </p:cNvSpPr>
          <p:nvPr/>
        </p:nvSpPr>
        <p:spPr>
          <a:xfrm>
            <a:off x="3809048" y="61521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9" name="shape-848">
            <a:extLst>
              <a:ext uri="{FF2B5EF4-FFF2-40B4-BE49-F238E27FC236}">
                <a16:creationId xmlns:a16="http://schemas.microsoft.com/office/drawing/2014/main" id="{797749DC-F803-41FF-A80F-4C83767861B0}"/>
              </a:ext>
            </a:extLst>
          </p:cNvPr>
          <p:cNvSpPr>
            <a:spLocks noGrp="1"/>
          </p:cNvSpPr>
          <p:nvPr/>
        </p:nvSpPr>
        <p:spPr>
          <a:xfrm>
            <a:off x="4190048" y="61521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0" name="直接箭头连接符 229"/>
          <p:cNvCxnSpPr>
            <a:stCxn id="88" idx="3"/>
            <a:endCxn id="89" idx="1"/>
          </p:cNvCxnSpPr>
          <p:nvPr/>
        </p:nvCxnSpPr>
        <p:spPr>
          <a:xfrm>
            <a:off x="3810953" y="6153151"/>
            <a:ext cx="3790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91" name="shape-849">
            <a:extLst>
              <a:ext uri="{FF2B5EF4-FFF2-40B4-BE49-F238E27FC236}">
                <a16:creationId xmlns:a16="http://schemas.microsoft.com/office/drawing/2014/main" id="{789B3D6B-6461-4449-A395-5CB373CFC4AD}"/>
              </a:ext>
            </a:extLst>
          </p:cNvPr>
          <p:cNvSpPr>
            <a:spLocks noGrp="1"/>
          </p:cNvSpPr>
          <p:nvPr/>
        </p:nvSpPr>
        <p:spPr>
          <a:xfrm>
            <a:off x="4190048" y="61521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2" name="shape-850">
            <a:extLst>
              <a:ext uri="{FF2B5EF4-FFF2-40B4-BE49-F238E27FC236}">
                <a16:creationId xmlns:a16="http://schemas.microsoft.com/office/drawing/2014/main" id="{AA9D2C5B-0DFD-4B6C-A06A-DE11EEDDC11F}"/>
              </a:ext>
            </a:extLst>
          </p:cNvPr>
          <p:cNvSpPr>
            <a:spLocks noGrp="1"/>
          </p:cNvSpPr>
          <p:nvPr/>
        </p:nvSpPr>
        <p:spPr>
          <a:xfrm>
            <a:off x="4190048" y="57330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3" name="直接箭头连接符 232"/>
          <p:cNvCxnSpPr>
            <a:stCxn id="91" idx="3"/>
            <a:endCxn id="92" idx="1"/>
          </p:cNvCxnSpPr>
          <p:nvPr/>
        </p:nvCxnSpPr>
        <p:spPr>
          <a:xfrm flipH="1" flipV="1">
            <a:off x="4190048" y="5734051"/>
            <a:ext cx="1905" cy="41910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94" name="shape-851">
            <a:extLst>
              <a:ext uri="{FF2B5EF4-FFF2-40B4-BE49-F238E27FC236}">
                <a16:creationId xmlns:a16="http://schemas.microsoft.com/office/drawing/2014/main" id="{AB7AE097-30F2-4BD6-82D1-81EBEF0F9842}"/>
              </a:ext>
            </a:extLst>
          </p:cNvPr>
          <p:cNvSpPr>
            <a:spLocks noGrp="1"/>
          </p:cNvSpPr>
          <p:nvPr/>
        </p:nvSpPr>
        <p:spPr>
          <a:xfrm>
            <a:off x="4190048" y="57330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5" name="shape-852">
            <a:extLst>
              <a:ext uri="{FF2B5EF4-FFF2-40B4-BE49-F238E27FC236}">
                <a16:creationId xmlns:a16="http://schemas.microsoft.com/office/drawing/2014/main" id="{1DD9D66B-F95A-40C8-8EFD-32113218222A}"/>
              </a:ext>
            </a:extLst>
          </p:cNvPr>
          <p:cNvSpPr>
            <a:spLocks noGrp="1"/>
          </p:cNvSpPr>
          <p:nvPr/>
        </p:nvSpPr>
        <p:spPr>
          <a:xfrm>
            <a:off x="4618673" y="57330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6" name="直接箭头连接符 235"/>
          <p:cNvCxnSpPr>
            <a:stCxn id="94" idx="3"/>
            <a:endCxn id="95" idx="1"/>
          </p:cNvCxnSpPr>
          <p:nvPr/>
        </p:nvCxnSpPr>
        <p:spPr>
          <a:xfrm>
            <a:off x="4191953" y="5734051"/>
            <a:ext cx="4267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97" name="shape-853">
            <a:extLst>
              <a:ext uri="{FF2B5EF4-FFF2-40B4-BE49-F238E27FC236}">
                <a16:creationId xmlns:a16="http://schemas.microsoft.com/office/drawing/2014/main" id="{841A8FDC-D0BF-418B-B6B9-2F7A8411CE3E}"/>
              </a:ext>
            </a:extLst>
          </p:cNvPr>
          <p:cNvSpPr>
            <a:spLocks noGrp="1"/>
          </p:cNvSpPr>
          <p:nvPr/>
        </p:nvSpPr>
        <p:spPr>
          <a:xfrm>
            <a:off x="3809048" y="65331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8" name="shape-854">
            <a:extLst>
              <a:ext uri="{FF2B5EF4-FFF2-40B4-BE49-F238E27FC236}">
                <a16:creationId xmlns:a16="http://schemas.microsoft.com/office/drawing/2014/main" id="{B4E02F92-20D3-44A0-899A-B6937A8B91BE}"/>
              </a:ext>
            </a:extLst>
          </p:cNvPr>
          <p:cNvSpPr>
            <a:spLocks noGrp="1"/>
          </p:cNvSpPr>
          <p:nvPr/>
        </p:nvSpPr>
        <p:spPr>
          <a:xfrm>
            <a:off x="4190048" y="65331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9" name="直接箭头连接符 238"/>
          <p:cNvCxnSpPr>
            <a:stCxn id="97" idx="3"/>
            <a:endCxn id="98" idx="1"/>
          </p:cNvCxnSpPr>
          <p:nvPr/>
        </p:nvCxnSpPr>
        <p:spPr>
          <a:xfrm>
            <a:off x="3810953" y="6534151"/>
            <a:ext cx="3790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100" name="shape-855">
            <a:extLst>
              <a:ext uri="{FF2B5EF4-FFF2-40B4-BE49-F238E27FC236}">
                <a16:creationId xmlns:a16="http://schemas.microsoft.com/office/drawing/2014/main" id="{13862B35-C799-4877-BD0E-AC1BDFD941D0}"/>
              </a:ext>
            </a:extLst>
          </p:cNvPr>
          <p:cNvSpPr>
            <a:spLocks noGrp="1"/>
          </p:cNvSpPr>
          <p:nvPr/>
        </p:nvSpPr>
        <p:spPr>
          <a:xfrm>
            <a:off x="4190048" y="65331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1" name="shape-856">
            <a:extLst>
              <a:ext uri="{FF2B5EF4-FFF2-40B4-BE49-F238E27FC236}">
                <a16:creationId xmlns:a16="http://schemas.microsoft.com/office/drawing/2014/main" id="{8615C156-2519-45D8-9A50-7A868EA417F4}"/>
              </a:ext>
            </a:extLst>
          </p:cNvPr>
          <p:cNvSpPr>
            <a:spLocks noGrp="1"/>
          </p:cNvSpPr>
          <p:nvPr/>
        </p:nvSpPr>
        <p:spPr>
          <a:xfrm>
            <a:off x="4190048" y="71808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2" name="直接箭头连接符 241"/>
          <p:cNvCxnSpPr>
            <a:stCxn id="100" idx="3"/>
            <a:endCxn id="101" idx="1"/>
          </p:cNvCxnSpPr>
          <p:nvPr/>
        </p:nvCxnSpPr>
        <p:spPr>
          <a:xfrm flipH="1">
            <a:off x="4190048" y="6534151"/>
            <a:ext cx="1905" cy="64770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103" name="shape-857">
            <a:extLst>
              <a:ext uri="{FF2B5EF4-FFF2-40B4-BE49-F238E27FC236}">
                <a16:creationId xmlns:a16="http://schemas.microsoft.com/office/drawing/2014/main" id="{8ACC9878-EF0B-46BE-A323-5C229FB6FCF1}"/>
              </a:ext>
            </a:extLst>
          </p:cNvPr>
          <p:cNvSpPr>
            <a:spLocks noGrp="1"/>
          </p:cNvSpPr>
          <p:nvPr/>
        </p:nvSpPr>
        <p:spPr>
          <a:xfrm>
            <a:off x="4190048" y="71808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4" name="shape-858">
            <a:extLst>
              <a:ext uri="{FF2B5EF4-FFF2-40B4-BE49-F238E27FC236}">
                <a16:creationId xmlns:a16="http://schemas.microsoft.com/office/drawing/2014/main" id="{BC249827-E2D9-4BEF-A0BE-8ADA20D6F657}"/>
              </a:ext>
            </a:extLst>
          </p:cNvPr>
          <p:cNvSpPr>
            <a:spLocks noGrp="1"/>
          </p:cNvSpPr>
          <p:nvPr/>
        </p:nvSpPr>
        <p:spPr>
          <a:xfrm>
            <a:off x="4618673" y="71808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5" name="直接箭头连接符 244"/>
          <p:cNvCxnSpPr>
            <a:stCxn id="103" idx="3"/>
            <a:endCxn id="104" idx="1"/>
          </p:cNvCxnSpPr>
          <p:nvPr/>
        </p:nvCxnSpPr>
        <p:spPr>
          <a:xfrm>
            <a:off x="4191953" y="7181851"/>
            <a:ext cx="4267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106" name="shape-859">
            <a:extLst>
              <a:ext uri="{FF2B5EF4-FFF2-40B4-BE49-F238E27FC236}">
                <a16:creationId xmlns:a16="http://schemas.microsoft.com/office/drawing/2014/main" id="{AD276309-C04D-49E3-BB9B-D029AC23AB97}"/>
              </a:ext>
            </a:extLst>
          </p:cNvPr>
          <p:cNvSpPr>
            <a:spLocks noGrp="1"/>
          </p:cNvSpPr>
          <p:nvPr/>
        </p:nvSpPr>
        <p:spPr>
          <a:xfrm>
            <a:off x="7761923" y="57330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7" name="shape-860">
            <a:extLst>
              <a:ext uri="{FF2B5EF4-FFF2-40B4-BE49-F238E27FC236}">
                <a16:creationId xmlns:a16="http://schemas.microsoft.com/office/drawing/2014/main" id="{FAC1B5F7-DD42-4FA6-98DD-F5A7B92E8CF1}"/>
              </a:ext>
            </a:extLst>
          </p:cNvPr>
          <p:cNvSpPr>
            <a:spLocks noGrp="1"/>
          </p:cNvSpPr>
          <p:nvPr/>
        </p:nvSpPr>
        <p:spPr>
          <a:xfrm>
            <a:off x="8133398" y="57330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8" name="直接箭头连接符 247"/>
          <p:cNvCxnSpPr>
            <a:stCxn id="106" idx="3"/>
            <a:endCxn id="107" idx="1"/>
          </p:cNvCxnSpPr>
          <p:nvPr/>
        </p:nvCxnSpPr>
        <p:spPr>
          <a:xfrm>
            <a:off x="7763828" y="5734051"/>
            <a:ext cx="36957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109" name="shape-861">
            <a:extLst>
              <a:ext uri="{FF2B5EF4-FFF2-40B4-BE49-F238E27FC236}">
                <a16:creationId xmlns:a16="http://schemas.microsoft.com/office/drawing/2014/main" id="{B3BFE550-7800-49B4-AB0F-FB2E046D9B66}"/>
              </a:ext>
            </a:extLst>
          </p:cNvPr>
          <p:cNvSpPr>
            <a:spLocks noGrp="1"/>
          </p:cNvSpPr>
          <p:nvPr/>
        </p:nvSpPr>
        <p:spPr>
          <a:xfrm>
            <a:off x="8133398" y="57330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0" name="shape-862">
            <a:extLst>
              <a:ext uri="{FF2B5EF4-FFF2-40B4-BE49-F238E27FC236}">
                <a16:creationId xmlns:a16="http://schemas.microsoft.com/office/drawing/2014/main" id="{1728F85D-D732-42E1-87C0-D7340572429E}"/>
              </a:ext>
            </a:extLst>
          </p:cNvPr>
          <p:cNvSpPr>
            <a:spLocks noGrp="1"/>
          </p:cNvSpPr>
          <p:nvPr/>
        </p:nvSpPr>
        <p:spPr>
          <a:xfrm>
            <a:off x="8133398" y="61521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1" name="直接箭头连接符 250"/>
          <p:cNvCxnSpPr>
            <a:stCxn id="109" idx="3"/>
            <a:endCxn id="110" idx="1"/>
          </p:cNvCxnSpPr>
          <p:nvPr/>
        </p:nvCxnSpPr>
        <p:spPr>
          <a:xfrm flipH="1">
            <a:off x="8133398" y="5734051"/>
            <a:ext cx="1905" cy="41910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112" name="shape-863">
            <a:extLst>
              <a:ext uri="{FF2B5EF4-FFF2-40B4-BE49-F238E27FC236}">
                <a16:creationId xmlns:a16="http://schemas.microsoft.com/office/drawing/2014/main" id="{1CB47943-3174-49F0-941D-840F2405AFA3}"/>
              </a:ext>
            </a:extLst>
          </p:cNvPr>
          <p:cNvSpPr>
            <a:spLocks noGrp="1"/>
          </p:cNvSpPr>
          <p:nvPr/>
        </p:nvSpPr>
        <p:spPr>
          <a:xfrm>
            <a:off x="8133398" y="61521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3" name="shape-864">
            <a:extLst>
              <a:ext uri="{FF2B5EF4-FFF2-40B4-BE49-F238E27FC236}">
                <a16:creationId xmlns:a16="http://schemas.microsoft.com/office/drawing/2014/main" id="{FFDD8A53-F380-4277-9185-38FDBF86ADFD}"/>
              </a:ext>
            </a:extLst>
          </p:cNvPr>
          <p:cNvSpPr>
            <a:spLocks noGrp="1"/>
          </p:cNvSpPr>
          <p:nvPr/>
        </p:nvSpPr>
        <p:spPr>
          <a:xfrm>
            <a:off x="8523923" y="61521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4" name="直接箭头连接符 253"/>
          <p:cNvCxnSpPr>
            <a:stCxn id="112" idx="3"/>
            <a:endCxn id="113" idx="1"/>
          </p:cNvCxnSpPr>
          <p:nvPr/>
        </p:nvCxnSpPr>
        <p:spPr>
          <a:xfrm>
            <a:off x="8135303" y="6153151"/>
            <a:ext cx="3886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115" name="shape-865">
            <a:extLst>
              <a:ext uri="{FF2B5EF4-FFF2-40B4-BE49-F238E27FC236}">
                <a16:creationId xmlns:a16="http://schemas.microsoft.com/office/drawing/2014/main" id="{843EA8C6-7ED8-4F4D-BACA-0CC438104C63}"/>
              </a:ext>
            </a:extLst>
          </p:cNvPr>
          <p:cNvSpPr>
            <a:spLocks noGrp="1"/>
          </p:cNvSpPr>
          <p:nvPr/>
        </p:nvSpPr>
        <p:spPr>
          <a:xfrm>
            <a:off x="7761923" y="71808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6" name="shape-866">
            <a:extLst>
              <a:ext uri="{FF2B5EF4-FFF2-40B4-BE49-F238E27FC236}">
                <a16:creationId xmlns:a16="http://schemas.microsoft.com/office/drawing/2014/main" id="{D0EBD411-36FB-4ADB-95B1-B9A0C8DA9830}"/>
              </a:ext>
            </a:extLst>
          </p:cNvPr>
          <p:cNvSpPr>
            <a:spLocks noGrp="1"/>
          </p:cNvSpPr>
          <p:nvPr/>
        </p:nvSpPr>
        <p:spPr>
          <a:xfrm>
            <a:off x="8133398" y="71808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7" name="直接箭头连接符 256"/>
          <p:cNvCxnSpPr>
            <a:stCxn id="115" idx="3"/>
            <a:endCxn id="116" idx="1"/>
          </p:cNvCxnSpPr>
          <p:nvPr/>
        </p:nvCxnSpPr>
        <p:spPr>
          <a:xfrm>
            <a:off x="7763828" y="7181851"/>
            <a:ext cx="36957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118" name="shape-867">
            <a:extLst>
              <a:ext uri="{FF2B5EF4-FFF2-40B4-BE49-F238E27FC236}">
                <a16:creationId xmlns:a16="http://schemas.microsoft.com/office/drawing/2014/main" id="{17B3F99E-61B2-4C14-9079-E86F1FD3CB04}"/>
              </a:ext>
            </a:extLst>
          </p:cNvPr>
          <p:cNvSpPr>
            <a:spLocks noGrp="1"/>
          </p:cNvSpPr>
          <p:nvPr/>
        </p:nvSpPr>
        <p:spPr>
          <a:xfrm>
            <a:off x="8133398" y="71808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19" name="shape-868">
            <a:extLst>
              <a:ext uri="{FF2B5EF4-FFF2-40B4-BE49-F238E27FC236}">
                <a16:creationId xmlns:a16="http://schemas.microsoft.com/office/drawing/2014/main" id="{EB580040-D0D2-4ECD-A619-2F64B2503C64}"/>
              </a:ext>
            </a:extLst>
          </p:cNvPr>
          <p:cNvSpPr>
            <a:spLocks noGrp="1"/>
          </p:cNvSpPr>
          <p:nvPr/>
        </p:nvSpPr>
        <p:spPr>
          <a:xfrm>
            <a:off x="8133398" y="65331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0" name="直接箭头连接符 259"/>
          <p:cNvCxnSpPr>
            <a:stCxn id="118" idx="3"/>
            <a:endCxn id="119" idx="1"/>
          </p:cNvCxnSpPr>
          <p:nvPr/>
        </p:nvCxnSpPr>
        <p:spPr>
          <a:xfrm flipH="1" flipV="1">
            <a:off x="8133398" y="6534151"/>
            <a:ext cx="1905" cy="64770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none" w="sm" len="sm"/>
          </a:ln>
        </p:spPr>
      </p:cxnSp>
      <p:sp>
        <p:nvSpPr>
          <p:cNvPr id="121" name="shape-869">
            <a:extLst>
              <a:ext uri="{FF2B5EF4-FFF2-40B4-BE49-F238E27FC236}">
                <a16:creationId xmlns:a16="http://schemas.microsoft.com/office/drawing/2014/main" id="{20EC799B-E98F-4B01-A64A-8654CDBD3BF9}"/>
              </a:ext>
            </a:extLst>
          </p:cNvPr>
          <p:cNvSpPr>
            <a:spLocks noGrp="1"/>
          </p:cNvSpPr>
          <p:nvPr/>
        </p:nvSpPr>
        <p:spPr>
          <a:xfrm>
            <a:off x="8133398" y="65331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2" name="shape-870">
            <a:extLst>
              <a:ext uri="{FF2B5EF4-FFF2-40B4-BE49-F238E27FC236}">
                <a16:creationId xmlns:a16="http://schemas.microsoft.com/office/drawing/2014/main" id="{127129AB-FB7D-49C2-B8BA-B4670D248606}"/>
              </a:ext>
            </a:extLst>
          </p:cNvPr>
          <p:cNvSpPr>
            <a:spLocks noGrp="1"/>
          </p:cNvSpPr>
          <p:nvPr/>
        </p:nvSpPr>
        <p:spPr>
          <a:xfrm>
            <a:off x="8523923" y="65331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3" name="直接箭头连接符 262"/>
          <p:cNvCxnSpPr>
            <a:stCxn id="121" idx="3"/>
            <a:endCxn id="122" idx="1"/>
          </p:cNvCxnSpPr>
          <p:nvPr/>
        </p:nvCxnSpPr>
        <p:spPr>
          <a:xfrm>
            <a:off x="8135303" y="6534151"/>
            <a:ext cx="3886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124" name="shape-871">
            <a:extLst>
              <a:ext uri="{FF2B5EF4-FFF2-40B4-BE49-F238E27FC236}">
                <a16:creationId xmlns:a16="http://schemas.microsoft.com/office/drawing/2014/main" id="{7880DE6E-D0AC-458D-A289-6F058A036932}"/>
              </a:ext>
            </a:extLst>
          </p:cNvPr>
          <p:cNvSpPr>
            <a:spLocks noGrp="1"/>
          </p:cNvSpPr>
          <p:nvPr/>
        </p:nvSpPr>
        <p:spPr>
          <a:xfrm>
            <a:off x="10000298" y="63426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5" name="shape-872">
            <a:extLst>
              <a:ext uri="{FF2B5EF4-FFF2-40B4-BE49-F238E27FC236}">
                <a16:creationId xmlns:a16="http://schemas.microsoft.com/office/drawing/2014/main" id="{18FE6E0B-B7B5-4C0B-8FA3-85022E2A7819}"/>
              </a:ext>
            </a:extLst>
          </p:cNvPr>
          <p:cNvSpPr>
            <a:spLocks noGrp="1"/>
          </p:cNvSpPr>
          <p:nvPr/>
        </p:nvSpPr>
        <p:spPr>
          <a:xfrm>
            <a:off x="10266998" y="63426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6" name="直接箭头连接符 265"/>
          <p:cNvCxnSpPr>
            <a:stCxn id="124" idx="3"/>
            <a:endCxn id="125" idx="1"/>
          </p:cNvCxnSpPr>
          <p:nvPr/>
        </p:nvCxnSpPr>
        <p:spPr>
          <a:xfrm>
            <a:off x="10002203" y="6343651"/>
            <a:ext cx="264795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127" name="shape-873">
            <a:extLst>
              <a:ext uri="{FF2B5EF4-FFF2-40B4-BE49-F238E27FC236}">
                <a16:creationId xmlns:a16="http://schemas.microsoft.com/office/drawing/2014/main" id="{DD5482B0-F639-4463-AAD5-774820CEDBA4}"/>
              </a:ext>
            </a:extLst>
          </p:cNvPr>
          <p:cNvSpPr>
            <a:spLocks noGrp="1"/>
          </p:cNvSpPr>
          <p:nvPr/>
        </p:nvSpPr>
        <p:spPr>
          <a:xfrm>
            <a:off x="1142048" y="60093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8" name="shape-874">
            <a:extLst>
              <a:ext uri="{FF2B5EF4-FFF2-40B4-BE49-F238E27FC236}">
                <a16:creationId xmlns:a16="http://schemas.microsoft.com/office/drawing/2014/main" id="{D24DD65E-AE15-482F-BD98-FA33D11DEB53}"/>
              </a:ext>
            </a:extLst>
          </p:cNvPr>
          <p:cNvSpPr>
            <a:spLocks noGrp="1"/>
          </p:cNvSpPr>
          <p:nvPr/>
        </p:nvSpPr>
        <p:spPr>
          <a:xfrm>
            <a:off x="1142048" y="52377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9" name="直接箭头连接符 268"/>
          <p:cNvCxnSpPr>
            <a:stCxn id="127" idx="3"/>
            <a:endCxn id="128" idx="1"/>
          </p:cNvCxnSpPr>
          <p:nvPr/>
        </p:nvCxnSpPr>
        <p:spPr>
          <a:xfrm flipH="1" flipV="1">
            <a:off x="1142048" y="5238751"/>
            <a:ext cx="1905" cy="771525"/>
          </a:xfrm>
          <a:prstGeom prst="straightConnector1">
            <a:avLst/>
          </a:prstGeom>
          <a:ln w="20003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130" name="shape-875">
            <a:extLst>
              <a:ext uri="{FF2B5EF4-FFF2-40B4-BE49-F238E27FC236}">
                <a16:creationId xmlns:a16="http://schemas.microsoft.com/office/drawing/2014/main" id="{704339F8-E324-46DA-A1A1-523EA35C89B3}"/>
              </a:ext>
            </a:extLst>
          </p:cNvPr>
          <p:cNvSpPr>
            <a:spLocks noGrp="1"/>
          </p:cNvSpPr>
          <p:nvPr/>
        </p:nvSpPr>
        <p:spPr>
          <a:xfrm>
            <a:off x="1142048" y="52377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1" name="shape-876">
            <a:extLst>
              <a:ext uri="{FF2B5EF4-FFF2-40B4-BE49-F238E27FC236}">
                <a16:creationId xmlns:a16="http://schemas.microsoft.com/office/drawing/2014/main" id="{F0D31517-0BD4-475B-AB47-9168AFAB0668}"/>
              </a:ext>
            </a:extLst>
          </p:cNvPr>
          <p:cNvSpPr>
            <a:spLocks noGrp="1"/>
          </p:cNvSpPr>
          <p:nvPr/>
        </p:nvSpPr>
        <p:spPr>
          <a:xfrm>
            <a:off x="10476548" y="52377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72" name="直接箭头连接符 271"/>
          <p:cNvCxnSpPr>
            <a:stCxn id="130" idx="3"/>
            <a:endCxn id="131" idx="1"/>
          </p:cNvCxnSpPr>
          <p:nvPr/>
        </p:nvCxnSpPr>
        <p:spPr>
          <a:xfrm>
            <a:off x="1143953" y="5238751"/>
            <a:ext cx="9332595" cy="0"/>
          </a:xfrm>
          <a:prstGeom prst="straightConnector1">
            <a:avLst/>
          </a:prstGeom>
          <a:ln w="20003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133" name="shape-877">
            <a:extLst>
              <a:ext uri="{FF2B5EF4-FFF2-40B4-BE49-F238E27FC236}">
                <a16:creationId xmlns:a16="http://schemas.microsoft.com/office/drawing/2014/main" id="{7D781B5C-C110-4F8E-A14D-4C9740B37C22}"/>
              </a:ext>
            </a:extLst>
          </p:cNvPr>
          <p:cNvSpPr>
            <a:spLocks noGrp="1"/>
          </p:cNvSpPr>
          <p:nvPr/>
        </p:nvSpPr>
        <p:spPr>
          <a:xfrm>
            <a:off x="10476548" y="52377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4" name="shape-878">
            <a:extLst>
              <a:ext uri="{FF2B5EF4-FFF2-40B4-BE49-F238E27FC236}">
                <a16:creationId xmlns:a16="http://schemas.microsoft.com/office/drawing/2014/main" id="{D09CEF0F-0722-479D-B7A9-8722E2DCF332}"/>
              </a:ext>
            </a:extLst>
          </p:cNvPr>
          <p:cNvSpPr>
            <a:spLocks noGrp="1"/>
          </p:cNvSpPr>
          <p:nvPr/>
        </p:nvSpPr>
        <p:spPr>
          <a:xfrm>
            <a:off x="10476548" y="61331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75" name="直接箭头连接符 274"/>
          <p:cNvCxnSpPr>
            <a:stCxn id="133" idx="3"/>
            <a:endCxn id="134" idx="1"/>
          </p:cNvCxnSpPr>
          <p:nvPr/>
        </p:nvCxnSpPr>
        <p:spPr>
          <a:xfrm flipH="1">
            <a:off x="10476548" y="5238751"/>
            <a:ext cx="1905" cy="895350"/>
          </a:xfrm>
          <a:prstGeom prst="straightConnector1">
            <a:avLst/>
          </a:prstGeom>
          <a:ln w="20003">
            <a:solidFill>
              <a:srgbClr val="738492"/>
            </a:solidFill>
            <a:prstDash val="solid"/>
            <a:tailEnd type="triangle" w="sm" len="sm"/>
          </a:ln>
        </p:spPr>
      </p:cxnSp>
      <p:sp>
        <p:nvSpPr>
          <p:cNvPr id="136" name="shape-879">
            <a:extLst>
              <a:ext uri="{FF2B5EF4-FFF2-40B4-BE49-F238E27FC236}">
                <a16:creationId xmlns:a16="http://schemas.microsoft.com/office/drawing/2014/main" id="{41AF3746-077E-45CF-B393-5659E39F2E8F}"/>
              </a:ext>
            </a:extLst>
          </p:cNvPr>
          <p:cNvSpPr>
            <a:spLocks noGrp="1"/>
          </p:cNvSpPr>
          <p:nvPr/>
        </p:nvSpPr>
        <p:spPr>
          <a:xfrm>
            <a:off x="10686098" y="63426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7" name="shape-880">
            <a:extLst>
              <a:ext uri="{FF2B5EF4-FFF2-40B4-BE49-F238E27FC236}">
                <a16:creationId xmlns:a16="http://schemas.microsoft.com/office/drawing/2014/main" id="{A174FEA5-67B5-4836-95C8-9A7E117979C9}"/>
              </a:ext>
            </a:extLst>
          </p:cNvPr>
          <p:cNvSpPr>
            <a:spLocks noGrp="1"/>
          </p:cNvSpPr>
          <p:nvPr/>
        </p:nvSpPr>
        <p:spPr>
          <a:xfrm>
            <a:off x="11114723" y="63426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78" name="直接箭头连接符 277"/>
          <p:cNvCxnSpPr>
            <a:stCxn id="136" idx="3"/>
            <a:endCxn id="137" idx="1"/>
          </p:cNvCxnSpPr>
          <p:nvPr/>
        </p:nvCxnSpPr>
        <p:spPr>
          <a:xfrm>
            <a:off x="10688003" y="6343651"/>
            <a:ext cx="426720" cy="0"/>
          </a:xfrm>
          <a:prstGeom prst="straightConnector1">
            <a:avLst/>
          </a:prstGeom>
          <a:ln w="21908">
            <a:solidFill>
              <a:srgbClr val="326A9B"/>
            </a:solidFill>
            <a:prstDash val="solid"/>
            <a:tailEnd type="triangle" w="sm" len="sm"/>
          </a:ln>
        </p:spPr>
      </p:cxnSp>
      <p:sp>
        <p:nvSpPr>
          <p:cNvPr id="139" name="shape-881">
            <a:extLst>
              <a:ext uri="{FF2B5EF4-FFF2-40B4-BE49-F238E27FC236}">
                <a16:creationId xmlns:a16="http://schemas.microsoft.com/office/drawing/2014/main" id="{DE69A910-5E01-4006-A29E-CB97E4CDA647}"/>
              </a:ext>
            </a:extLst>
          </p:cNvPr>
          <p:cNvSpPr>
            <a:spLocks noGrp="1"/>
          </p:cNvSpPr>
          <p:nvPr/>
        </p:nvSpPr>
        <p:spPr>
          <a:xfrm>
            <a:off x="10496550" y="6629400"/>
            <a:ext cx="619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326A9B"/>
                </a:solidFill>
                <a:latin typeface="Noto Sans CJK SC"/>
                <a:ea typeface="Noto Sans CJK SC"/>
                <a:cs typeface="Noto Sans CJK SC"/>
              </a:rPr>
              <a:t>x′</a:t>
            </a:r>
          </a:p>
        </p:txBody>
      </p:sp>
      <p:sp>
        <p:nvSpPr>
          <p:cNvPr id="140" name="shape-882">
            <a:extLst>
              <a:ext uri="{FF2B5EF4-FFF2-40B4-BE49-F238E27FC236}">
                <a16:creationId xmlns:a16="http://schemas.microsoft.com/office/drawing/2014/main" id="{8E9C73ED-EF35-4C9B-8E61-F6E234E29AAD}"/>
              </a:ext>
            </a:extLst>
          </p:cNvPr>
          <p:cNvSpPr>
            <a:spLocks noGrp="1"/>
          </p:cNvSpPr>
          <p:nvPr/>
        </p:nvSpPr>
        <p:spPr>
          <a:xfrm>
            <a:off x="11334750" y="4810125"/>
            <a:ext cx="3333750" cy="2676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SA：通道 Avg / Max</a:t>
            </a:r>
          </a:p>
          <a:p>
            <a:pPr algn="l">
              <a:defRPr sz="19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Conv 3 / 5 / 7 求和 + σ</a:t>
            </a:r>
          </a:p>
          <a:p>
            <a:endParaRPr sz="1950" b="0">
              <a:solidFill>
                <a:srgbClr val="173047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defRPr sz="19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CA：GAP / GMP</a:t>
            </a:r>
          </a:p>
          <a:p>
            <a:pPr algn="l">
              <a:defRPr sz="19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共享 MLP 求和 + σ</a:t>
            </a:r>
          </a:p>
        </p:txBody>
      </p:sp>
    </p:spTree>
    <p:extLst>
      <p:ext uri="{BB962C8B-B14F-4D97-AF65-F5344CB8AC3E}">
        <p14:creationId xmlns:p14="http://schemas.microsoft.com/office/powerpoint/2010/main" val="335454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-883">
            <a:extLst>
              <a:ext uri="{FF2B5EF4-FFF2-40B4-BE49-F238E27FC236}">
                <a16:creationId xmlns:a16="http://schemas.microsoft.com/office/drawing/2014/main" id="{D9B24500-C80C-43EA-B9B4-7DEE6C7CEC5D}"/>
              </a:ext>
            </a:extLst>
          </p:cNvPr>
          <p:cNvSpPr>
            <a:spLocks noGrp="1"/>
          </p:cNvSpPr>
          <p:nvPr/>
        </p:nvSpPr>
        <p:spPr>
          <a:xfrm>
            <a:off x="571500" y="361950"/>
            <a:ext cx="14001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MSA 对照解码模块</a:t>
            </a:r>
          </a:p>
        </p:txBody>
      </p:sp>
      <p:sp>
        <p:nvSpPr>
          <p:cNvPr id="2" name="shape-884">
            <a:extLst>
              <a:ext uri="{FF2B5EF4-FFF2-40B4-BE49-F238E27FC236}">
                <a16:creationId xmlns:a16="http://schemas.microsoft.com/office/drawing/2014/main" id="{44EFBAB1-90F7-4640-89D8-3375DB24B904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390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可选 decoder_mode=msa：前景/背景分支分别注意，再融合调制输入特征</a:t>
            </a:r>
          </a:p>
        </p:txBody>
      </p:sp>
      <p:sp>
        <p:nvSpPr>
          <p:cNvPr id="3" name="shape-885">
            <a:extLst>
              <a:ext uri="{FF2B5EF4-FFF2-40B4-BE49-F238E27FC236}">
                <a16:creationId xmlns:a16="http://schemas.microsoft.com/office/drawing/2014/main" id="{A6FD0A0A-6FE3-4150-AE7B-EB75F1FE0C75}"/>
              </a:ext>
            </a:extLst>
          </p:cNvPr>
          <p:cNvSpPr>
            <a:spLocks noGrp="1"/>
          </p:cNvSpPr>
          <p:nvPr/>
        </p:nvSpPr>
        <p:spPr>
          <a:xfrm>
            <a:off x="570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" name="shape-886">
            <a:extLst>
              <a:ext uri="{FF2B5EF4-FFF2-40B4-BE49-F238E27FC236}">
                <a16:creationId xmlns:a16="http://schemas.microsoft.com/office/drawing/2014/main" id="{27472D97-FCE6-4CD7-8072-AA8C9ACF7F66}"/>
              </a:ext>
            </a:extLst>
          </p:cNvPr>
          <p:cNvSpPr>
            <a:spLocks noGrp="1"/>
          </p:cNvSpPr>
          <p:nvPr/>
        </p:nvSpPr>
        <p:spPr>
          <a:xfrm>
            <a:off x="14667548" y="16563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4" name="直接箭头连接符 163"/>
          <p:cNvCxnSpPr>
            <a:stCxn id="3" idx="3"/>
            <a:endCxn id="4" idx="1"/>
          </p:cNvCxnSpPr>
          <p:nvPr/>
        </p:nvCxnSpPr>
        <p:spPr>
          <a:xfrm>
            <a:off x="572453" y="1657351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6" name="shape-887">
            <a:extLst>
              <a:ext uri="{FF2B5EF4-FFF2-40B4-BE49-F238E27FC236}">
                <a16:creationId xmlns:a16="http://schemas.microsoft.com/office/drawing/2014/main" id="{2F56BAC2-0727-484D-95D9-5D3A859937AF}"/>
              </a:ext>
            </a:extLst>
          </p:cNvPr>
          <p:cNvSpPr>
            <a:spLocks noGrp="1"/>
          </p:cNvSpPr>
          <p:nvPr/>
        </p:nvSpPr>
        <p:spPr>
          <a:xfrm>
            <a:off x="570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" name="shape-888">
            <a:extLst>
              <a:ext uri="{FF2B5EF4-FFF2-40B4-BE49-F238E27FC236}">
                <a16:creationId xmlns:a16="http://schemas.microsoft.com/office/drawing/2014/main" id="{3DC1A292-8CA7-4862-BD8D-664DE97CE218}"/>
              </a:ext>
            </a:extLst>
          </p:cNvPr>
          <p:cNvSpPr>
            <a:spLocks noGrp="1"/>
          </p:cNvSpPr>
          <p:nvPr/>
        </p:nvSpPr>
        <p:spPr>
          <a:xfrm>
            <a:off x="14667548" y="7952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67" name="直接箭头连接符 166"/>
          <p:cNvCxnSpPr>
            <a:stCxn id="6" idx="3"/>
            <a:endCxn id="7" idx="1"/>
          </p:cNvCxnSpPr>
          <p:nvPr/>
        </p:nvCxnSpPr>
        <p:spPr>
          <a:xfrm>
            <a:off x="572453" y="7953376"/>
            <a:ext cx="14095095" cy="0"/>
          </a:xfrm>
          <a:prstGeom prst="straightConnector1">
            <a:avLst/>
          </a:prstGeom>
          <a:ln w="9525">
            <a:solidFill>
              <a:srgbClr val="D7E0E7"/>
            </a:solidFill>
            <a:prstDash val="solid"/>
            <a:tailEnd type="none" w="sm" len="sm"/>
          </a:ln>
        </p:spPr>
      </p:cxnSp>
      <p:sp>
        <p:nvSpPr>
          <p:cNvPr id="9" name="shape-889">
            <a:extLst>
              <a:ext uri="{FF2B5EF4-FFF2-40B4-BE49-F238E27FC236}">
                <a16:creationId xmlns:a16="http://schemas.microsoft.com/office/drawing/2014/main" id="{D28A520F-D967-465D-B39E-497E04B3EE0E}"/>
              </a:ext>
            </a:extLst>
          </p:cNvPr>
          <p:cNvSpPr>
            <a:spLocks noGrp="1"/>
          </p:cNvSpPr>
          <p:nvPr/>
        </p:nvSpPr>
        <p:spPr>
          <a:xfrm>
            <a:off x="571500" y="8067675"/>
            <a:ext cx="1323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对照路径。默认 E4 使用 RepDW。MSA 在四个解码尺度共享一个实例，内部为每头通道相关性注意力。</a:t>
            </a:r>
          </a:p>
        </p:txBody>
      </p:sp>
      <p:sp>
        <p:nvSpPr>
          <p:cNvPr id="10" name="shape-890">
            <a:extLst>
              <a:ext uri="{FF2B5EF4-FFF2-40B4-BE49-F238E27FC236}">
                <a16:creationId xmlns:a16="http://schemas.microsoft.com/office/drawing/2014/main" id="{9469153D-0A3C-41FB-A790-1372BCFB2788}"/>
              </a:ext>
            </a:extLst>
          </p:cNvPr>
          <p:cNvSpPr>
            <a:spLocks noGrp="1"/>
          </p:cNvSpPr>
          <p:nvPr/>
        </p:nvSpPr>
        <p:spPr>
          <a:xfrm>
            <a:off x="14097000" y="806767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E7080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11" name="shape-891">
            <a:extLst>
              <a:ext uri="{FF2B5EF4-FFF2-40B4-BE49-F238E27FC236}">
                <a16:creationId xmlns:a16="http://schemas.microsoft.com/office/drawing/2014/main" id="{4943644D-C81C-472C-B7C1-59BF00F177DC}"/>
              </a:ext>
            </a:extLst>
          </p:cNvPr>
          <p:cNvSpPr>
            <a:spLocks noGrp="1"/>
          </p:cNvSpPr>
          <p:nvPr/>
        </p:nvSpPr>
        <p:spPr>
          <a:xfrm>
            <a:off x="571500" y="2771775"/>
            <a:ext cx="1381125" cy="952500"/>
          </a:xfrm>
          <a:prstGeom prst="roundRect">
            <a:avLst>
              <a:gd name="adj" fmla="val 7000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2" name="shape-892">
            <a:extLst>
              <a:ext uri="{FF2B5EF4-FFF2-40B4-BE49-F238E27FC236}">
                <a16:creationId xmlns:a16="http://schemas.microsoft.com/office/drawing/2014/main" id="{35C020EE-6923-448F-8CA6-481415CA2DB7}"/>
              </a:ext>
            </a:extLst>
          </p:cNvPr>
          <p:cNvSpPr>
            <a:spLocks noGrp="1"/>
          </p:cNvSpPr>
          <p:nvPr/>
        </p:nvSpPr>
        <p:spPr>
          <a:xfrm>
            <a:off x="666750" y="2847975"/>
            <a:ext cx="1190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输入 x</a:t>
            </a:r>
          </a:p>
        </p:txBody>
      </p:sp>
      <p:sp>
        <p:nvSpPr>
          <p:cNvPr id="13" name="shape-893">
            <a:extLst>
              <a:ext uri="{FF2B5EF4-FFF2-40B4-BE49-F238E27FC236}">
                <a16:creationId xmlns:a16="http://schemas.microsoft.com/office/drawing/2014/main" id="{5F7B0F24-95B2-4404-BFED-1B6C7BFFE225}"/>
              </a:ext>
            </a:extLst>
          </p:cNvPr>
          <p:cNvSpPr>
            <a:spLocks noGrp="1"/>
          </p:cNvSpPr>
          <p:nvPr/>
        </p:nvSpPr>
        <p:spPr>
          <a:xfrm>
            <a:off x="2905125" y="1981200"/>
            <a:ext cx="2857500" cy="952500"/>
          </a:xfrm>
          <a:prstGeom prst="roundRect">
            <a:avLst>
              <a:gd name="adj" fmla="val 7000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4" name="shape-894">
            <a:extLst>
              <a:ext uri="{FF2B5EF4-FFF2-40B4-BE49-F238E27FC236}">
                <a16:creationId xmlns:a16="http://schemas.microsoft.com/office/drawing/2014/main" id="{EAF271F3-C4EB-4AA4-AAC1-DB584CC45BC1}"/>
              </a:ext>
            </a:extLst>
          </p:cNvPr>
          <p:cNvSpPr>
            <a:spLocks noGrp="1"/>
          </p:cNvSpPr>
          <p:nvPr/>
        </p:nvSpPr>
        <p:spPr>
          <a:xfrm>
            <a:off x="3000375" y="2066925"/>
            <a:ext cx="2667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PW 64→1，detach</a:t>
            </a:r>
          </a:p>
        </p:txBody>
      </p:sp>
      <p:sp>
        <p:nvSpPr>
          <p:cNvPr id="15" name="shape-895">
            <a:extLst>
              <a:ext uri="{FF2B5EF4-FFF2-40B4-BE49-F238E27FC236}">
                <a16:creationId xmlns:a16="http://schemas.microsoft.com/office/drawing/2014/main" id="{E6763E56-96B7-44F7-992F-A80094F9D9DA}"/>
              </a:ext>
            </a:extLst>
          </p:cNvPr>
          <p:cNvSpPr>
            <a:spLocks noGrp="1"/>
          </p:cNvSpPr>
          <p:nvPr/>
        </p:nvSpPr>
        <p:spPr>
          <a:xfrm>
            <a:off x="3000375" y="2438400"/>
            <a:ext cx="26670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M = sigmoid(mask)</a:t>
            </a:r>
          </a:p>
        </p:txBody>
      </p:sp>
      <p:sp>
        <p:nvSpPr>
          <p:cNvPr id="16" name="shape-896">
            <a:extLst>
              <a:ext uri="{FF2B5EF4-FFF2-40B4-BE49-F238E27FC236}">
                <a16:creationId xmlns:a16="http://schemas.microsoft.com/office/drawing/2014/main" id="{52360BF5-FB0B-4DDC-8C96-8D2D78BDAD08}"/>
              </a:ext>
            </a:extLst>
          </p:cNvPr>
          <p:cNvSpPr>
            <a:spLocks noGrp="1"/>
          </p:cNvSpPr>
          <p:nvPr/>
        </p:nvSpPr>
        <p:spPr>
          <a:xfrm>
            <a:off x="6667500" y="2009775"/>
            <a:ext cx="2952750" cy="857250"/>
          </a:xfrm>
          <a:prstGeom prst="roundRect">
            <a:avLst>
              <a:gd name="adj" fmla="val 7778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7" name="shape-897">
            <a:extLst>
              <a:ext uri="{FF2B5EF4-FFF2-40B4-BE49-F238E27FC236}">
                <a16:creationId xmlns:a16="http://schemas.microsoft.com/office/drawing/2014/main" id="{103C648D-3D18-4543-AE62-1822E0204CFF}"/>
              </a:ext>
            </a:extLst>
          </p:cNvPr>
          <p:cNvSpPr>
            <a:spLocks noGrp="1"/>
          </p:cNvSpPr>
          <p:nvPr/>
        </p:nvSpPr>
        <p:spPr>
          <a:xfrm>
            <a:off x="6762750" y="2095500"/>
            <a:ext cx="276225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前景 MSA_Head</a:t>
            </a:r>
          </a:p>
        </p:txBody>
      </p:sp>
      <p:sp>
        <p:nvSpPr>
          <p:cNvPr id="18" name="shape-898">
            <a:extLst>
              <a:ext uri="{FF2B5EF4-FFF2-40B4-BE49-F238E27FC236}">
                <a16:creationId xmlns:a16="http://schemas.microsoft.com/office/drawing/2014/main" id="{F311A1C0-68FF-40BC-B3C9-C081924AC684}"/>
              </a:ext>
            </a:extLst>
          </p:cNvPr>
          <p:cNvSpPr>
            <a:spLocks noGrp="1"/>
          </p:cNvSpPr>
          <p:nvPr/>
        </p:nvSpPr>
        <p:spPr>
          <a:xfrm>
            <a:off x="6762750" y="2421255"/>
            <a:ext cx="2762250" cy="3686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mask = M</a:t>
            </a:r>
          </a:p>
        </p:txBody>
      </p:sp>
      <p:sp>
        <p:nvSpPr>
          <p:cNvPr id="19" name="shape-899">
            <a:extLst>
              <a:ext uri="{FF2B5EF4-FFF2-40B4-BE49-F238E27FC236}">
                <a16:creationId xmlns:a16="http://schemas.microsoft.com/office/drawing/2014/main" id="{7ACFDB9A-089A-4A39-BCA2-2EE6A9099106}"/>
              </a:ext>
            </a:extLst>
          </p:cNvPr>
          <p:cNvSpPr>
            <a:spLocks noGrp="1"/>
          </p:cNvSpPr>
          <p:nvPr/>
        </p:nvSpPr>
        <p:spPr>
          <a:xfrm>
            <a:off x="6667500" y="3810000"/>
            <a:ext cx="2952750" cy="857250"/>
          </a:xfrm>
          <a:prstGeom prst="roundRect">
            <a:avLst>
              <a:gd name="adj" fmla="val 7778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20" name="shape-900">
            <a:extLst>
              <a:ext uri="{FF2B5EF4-FFF2-40B4-BE49-F238E27FC236}">
                <a16:creationId xmlns:a16="http://schemas.microsoft.com/office/drawing/2014/main" id="{EE41B33D-6C48-4E7F-99F3-1757402240A3}"/>
              </a:ext>
            </a:extLst>
          </p:cNvPr>
          <p:cNvSpPr>
            <a:spLocks noGrp="1"/>
          </p:cNvSpPr>
          <p:nvPr/>
        </p:nvSpPr>
        <p:spPr>
          <a:xfrm>
            <a:off x="6762750" y="3895725"/>
            <a:ext cx="276225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背景 MSA_Head</a:t>
            </a:r>
          </a:p>
        </p:txBody>
      </p:sp>
      <p:sp>
        <p:nvSpPr>
          <p:cNvPr id="21" name="shape-901">
            <a:extLst>
              <a:ext uri="{FF2B5EF4-FFF2-40B4-BE49-F238E27FC236}">
                <a16:creationId xmlns:a16="http://schemas.microsoft.com/office/drawing/2014/main" id="{4FB46F69-3E56-45A6-8DE2-A722489C3895}"/>
              </a:ext>
            </a:extLst>
          </p:cNvPr>
          <p:cNvSpPr>
            <a:spLocks noGrp="1"/>
          </p:cNvSpPr>
          <p:nvPr/>
        </p:nvSpPr>
        <p:spPr>
          <a:xfrm>
            <a:off x="6762750" y="4221480"/>
            <a:ext cx="2762250" cy="3686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mask = 1−M</a:t>
            </a:r>
          </a:p>
        </p:txBody>
      </p:sp>
      <p:sp>
        <p:nvSpPr>
          <p:cNvPr id="22" name="shape-902">
            <a:extLst>
              <a:ext uri="{FF2B5EF4-FFF2-40B4-BE49-F238E27FC236}">
                <a16:creationId xmlns:a16="http://schemas.microsoft.com/office/drawing/2014/main" id="{4A39D728-4494-49F0-8F54-2C1EAC2A016B}"/>
              </a:ext>
            </a:extLst>
          </p:cNvPr>
          <p:cNvSpPr>
            <a:spLocks noGrp="1"/>
          </p:cNvSpPr>
          <p:nvPr/>
        </p:nvSpPr>
        <p:spPr>
          <a:xfrm>
            <a:off x="10382250" y="2762250"/>
            <a:ext cx="1809750" cy="1000125"/>
          </a:xfrm>
          <a:prstGeom prst="roundRect">
            <a:avLst>
              <a:gd name="adj" fmla="val 6667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23" name="shape-903">
            <a:extLst>
              <a:ext uri="{FF2B5EF4-FFF2-40B4-BE49-F238E27FC236}">
                <a16:creationId xmlns:a16="http://schemas.microsoft.com/office/drawing/2014/main" id="{A7386A5A-A13D-465A-88F5-558825F75854}"/>
              </a:ext>
            </a:extLst>
          </p:cNvPr>
          <p:cNvSpPr>
            <a:spLocks noGrp="1"/>
          </p:cNvSpPr>
          <p:nvPr/>
        </p:nvSpPr>
        <p:spPr>
          <a:xfrm>
            <a:off x="10477500" y="2847975"/>
            <a:ext cx="1619250" cy="4500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Concat</a:t>
            </a:r>
          </a:p>
        </p:txBody>
      </p:sp>
      <p:sp>
        <p:nvSpPr>
          <p:cNvPr id="24" name="shape-904">
            <a:extLst>
              <a:ext uri="{FF2B5EF4-FFF2-40B4-BE49-F238E27FC236}">
                <a16:creationId xmlns:a16="http://schemas.microsoft.com/office/drawing/2014/main" id="{D057E7DE-3988-46A7-87A5-374E7203F1EE}"/>
              </a:ext>
            </a:extLst>
          </p:cNvPr>
          <p:cNvSpPr>
            <a:spLocks noGrp="1"/>
          </p:cNvSpPr>
          <p:nvPr/>
        </p:nvSpPr>
        <p:spPr>
          <a:xfrm>
            <a:off x="10477500" y="3242310"/>
            <a:ext cx="1619250" cy="4300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[背景, 前景]</a:t>
            </a:r>
          </a:p>
        </p:txBody>
      </p:sp>
      <p:sp>
        <p:nvSpPr>
          <p:cNvPr id="25" name="shape-905">
            <a:extLst>
              <a:ext uri="{FF2B5EF4-FFF2-40B4-BE49-F238E27FC236}">
                <a16:creationId xmlns:a16="http://schemas.microsoft.com/office/drawing/2014/main" id="{34BBB097-EAD6-4FBA-A21B-03B6AEC9CC95}"/>
              </a:ext>
            </a:extLst>
          </p:cNvPr>
          <p:cNvSpPr>
            <a:spLocks noGrp="1"/>
          </p:cNvSpPr>
          <p:nvPr/>
        </p:nvSpPr>
        <p:spPr>
          <a:xfrm>
            <a:off x="12954000" y="2762250"/>
            <a:ext cx="1714500" cy="1000125"/>
          </a:xfrm>
          <a:prstGeom prst="roundRect">
            <a:avLst>
              <a:gd name="adj" fmla="val 6667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26" name="shape-906">
            <a:extLst>
              <a:ext uri="{FF2B5EF4-FFF2-40B4-BE49-F238E27FC236}">
                <a16:creationId xmlns:a16="http://schemas.microsoft.com/office/drawing/2014/main" id="{6DF7E296-9D21-4BB6-896F-ED2EBAF9A65F}"/>
              </a:ext>
            </a:extLst>
          </p:cNvPr>
          <p:cNvSpPr>
            <a:spLocks noGrp="1"/>
          </p:cNvSpPr>
          <p:nvPr/>
        </p:nvSpPr>
        <p:spPr>
          <a:xfrm>
            <a:off x="13049250" y="2847975"/>
            <a:ext cx="1524000" cy="4500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Conv 3×3</a:t>
            </a:r>
          </a:p>
        </p:txBody>
      </p:sp>
      <p:sp>
        <p:nvSpPr>
          <p:cNvPr id="27" name="shape-907">
            <a:extLst>
              <a:ext uri="{FF2B5EF4-FFF2-40B4-BE49-F238E27FC236}">
                <a16:creationId xmlns:a16="http://schemas.microsoft.com/office/drawing/2014/main" id="{3DE0BB8E-FB19-4FCF-A547-1E980D4E3299}"/>
              </a:ext>
            </a:extLst>
          </p:cNvPr>
          <p:cNvSpPr>
            <a:spLocks noGrp="1"/>
          </p:cNvSpPr>
          <p:nvPr/>
        </p:nvSpPr>
        <p:spPr>
          <a:xfrm>
            <a:off x="13049250" y="3242310"/>
            <a:ext cx="1524000" cy="4300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128 → 64</a:t>
            </a:r>
          </a:p>
        </p:txBody>
      </p:sp>
      <p:sp>
        <p:nvSpPr>
          <p:cNvPr id="28" name="shape-908">
            <a:extLst>
              <a:ext uri="{FF2B5EF4-FFF2-40B4-BE49-F238E27FC236}">
                <a16:creationId xmlns:a16="http://schemas.microsoft.com/office/drawing/2014/main" id="{903BDA46-5CB5-48FA-806D-8174886CD912}"/>
              </a:ext>
            </a:extLst>
          </p:cNvPr>
          <p:cNvSpPr>
            <a:spLocks noGrp="1"/>
          </p:cNvSpPr>
          <p:nvPr/>
        </p:nvSpPr>
        <p:spPr>
          <a:xfrm>
            <a:off x="1951673" y="324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29" name="shape-909">
            <a:extLst>
              <a:ext uri="{FF2B5EF4-FFF2-40B4-BE49-F238E27FC236}">
                <a16:creationId xmlns:a16="http://schemas.microsoft.com/office/drawing/2014/main" id="{FC44019A-EB25-4045-A256-E5B192A9F18B}"/>
              </a:ext>
            </a:extLst>
          </p:cNvPr>
          <p:cNvSpPr>
            <a:spLocks noGrp="1"/>
          </p:cNvSpPr>
          <p:nvPr/>
        </p:nvSpPr>
        <p:spPr>
          <a:xfrm>
            <a:off x="2399348" y="324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89" name="直接箭头连接符 188"/>
          <p:cNvCxnSpPr>
            <a:stCxn id="28" idx="3"/>
            <a:endCxn id="29" idx="1"/>
          </p:cNvCxnSpPr>
          <p:nvPr/>
        </p:nvCxnSpPr>
        <p:spPr>
          <a:xfrm>
            <a:off x="1953578" y="3248026"/>
            <a:ext cx="44577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31" name="shape-910">
            <a:extLst>
              <a:ext uri="{FF2B5EF4-FFF2-40B4-BE49-F238E27FC236}">
                <a16:creationId xmlns:a16="http://schemas.microsoft.com/office/drawing/2014/main" id="{26E10E12-529C-4436-8F3E-AD3A564E4B37}"/>
              </a:ext>
            </a:extLst>
          </p:cNvPr>
          <p:cNvSpPr>
            <a:spLocks noGrp="1"/>
          </p:cNvSpPr>
          <p:nvPr/>
        </p:nvSpPr>
        <p:spPr>
          <a:xfrm>
            <a:off x="2399348" y="324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2" name="shape-911">
            <a:extLst>
              <a:ext uri="{FF2B5EF4-FFF2-40B4-BE49-F238E27FC236}">
                <a16:creationId xmlns:a16="http://schemas.microsoft.com/office/drawing/2014/main" id="{F575C48A-B36B-4340-8DFA-DF367641BA84}"/>
              </a:ext>
            </a:extLst>
          </p:cNvPr>
          <p:cNvSpPr>
            <a:spLocks noGrp="1"/>
          </p:cNvSpPr>
          <p:nvPr/>
        </p:nvSpPr>
        <p:spPr>
          <a:xfrm>
            <a:off x="2399348" y="2456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2" name="直接箭头连接符 191"/>
          <p:cNvCxnSpPr>
            <a:stCxn id="31" idx="3"/>
            <a:endCxn id="32" idx="1"/>
          </p:cNvCxnSpPr>
          <p:nvPr/>
        </p:nvCxnSpPr>
        <p:spPr>
          <a:xfrm flipH="1" flipV="1">
            <a:off x="2399348" y="2457451"/>
            <a:ext cx="1905" cy="79057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34" name="shape-912">
            <a:extLst>
              <a:ext uri="{FF2B5EF4-FFF2-40B4-BE49-F238E27FC236}">
                <a16:creationId xmlns:a16="http://schemas.microsoft.com/office/drawing/2014/main" id="{F2BDEC3D-61F5-40C5-929F-4DA8EB1E39C2}"/>
              </a:ext>
            </a:extLst>
          </p:cNvPr>
          <p:cNvSpPr>
            <a:spLocks noGrp="1"/>
          </p:cNvSpPr>
          <p:nvPr/>
        </p:nvSpPr>
        <p:spPr>
          <a:xfrm>
            <a:off x="2399348" y="2456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5" name="shape-913">
            <a:extLst>
              <a:ext uri="{FF2B5EF4-FFF2-40B4-BE49-F238E27FC236}">
                <a16:creationId xmlns:a16="http://schemas.microsoft.com/office/drawing/2014/main" id="{62D7E135-C250-429B-810E-1127C602AB25}"/>
              </a:ext>
            </a:extLst>
          </p:cNvPr>
          <p:cNvSpPr>
            <a:spLocks noGrp="1"/>
          </p:cNvSpPr>
          <p:nvPr/>
        </p:nvSpPr>
        <p:spPr>
          <a:xfrm>
            <a:off x="2904173" y="2456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5" name="直接箭头连接符 194"/>
          <p:cNvCxnSpPr>
            <a:stCxn id="34" idx="3"/>
            <a:endCxn id="35" idx="1"/>
          </p:cNvCxnSpPr>
          <p:nvPr/>
        </p:nvCxnSpPr>
        <p:spPr>
          <a:xfrm>
            <a:off x="2401253" y="2457451"/>
            <a:ext cx="50292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37" name="shape-914">
            <a:extLst>
              <a:ext uri="{FF2B5EF4-FFF2-40B4-BE49-F238E27FC236}">
                <a16:creationId xmlns:a16="http://schemas.microsoft.com/office/drawing/2014/main" id="{E66986C2-423B-4B9E-B7B0-0B53A7194EC0}"/>
              </a:ext>
            </a:extLst>
          </p:cNvPr>
          <p:cNvSpPr>
            <a:spLocks noGrp="1"/>
          </p:cNvSpPr>
          <p:nvPr/>
        </p:nvSpPr>
        <p:spPr>
          <a:xfrm>
            <a:off x="5761673" y="2456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38" name="shape-915">
            <a:extLst>
              <a:ext uri="{FF2B5EF4-FFF2-40B4-BE49-F238E27FC236}">
                <a16:creationId xmlns:a16="http://schemas.microsoft.com/office/drawing/2014/main" id="{2B645ED9-1E46-40DA-BAD8-3F61F2184D9A}"/>
              </a:ext>
            </a:extLst>
          </p:cNvPr>
          <p:cNvSpPr>
            <a:spLocks noGrp="1"/>
          </p:cNvSpPr>
          <p:nvPr/>
        </p:nvSpPr>
        <p:spPr>
          <a:xfrm>
            <a:off x="6666548" y="2456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198" name="直接箭头连接符 197"/>
          <p:cNvCxnSpPr>
            <a:stCxn id="37" idx="3"/>
            <a:endCxn id="38" idx="1"/>
          </p:cNvCxnSpPr>
          <p:nvPr/>
        </p:nvCxnSpPr>
        <p:spPr>
          <a:xfrm>
            <a:off x="5763578" y="2457451"/>
            <a:ext cx="90297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40" name="shape-916">
            <a:extLst>
              <a:ext uri="{FF2B5EF4-FFF2-40B4-BE49-F238E27FC236}">
                <a16:creationId xmlns:a16="http://schemas.microsoft.com/office/drawing/2014/main" id="{0BE0B5C2-E8CF-4847-8D5F-EA03D194403D}"/>
              </a:ext>
            </a:extLst>
          </p:cNvPr>
          <p:cNvSpPr>
            <a:spLocks noGrp="1"/>
          </p:cNvSpPr>
          <p:nvPr/>
        </p:nvSpPr>
        <p:spPr>
          <a:xfrm>
            <a:off x="5761673" y="26469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1" name="shape-917">
            <a:extLst>
              <a:ext uri="{FF2B5EF4-FFF2-40B4-BE49-F238E27FC236}">
                <a16:creationId xmlns:a16="http://schemas.microsoft.com/office/drawing/2014/main" id="{68A422C7-C970-468C-A55A-7F032B4C2FF6}"/>
              </a:ext>
            </a:extLst>
          </p:cNvPr>
          <p:cNvSpPr>
            <a:spLocks noGrp="1"/>
          </p:cNvSpPr>
          <p:nvPr/>
        </p:nvSpPr>
        <p:spPr>
          <a:xfrm>
            <a:off x="5999798" y="26469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1" name="直接箭头连接符 200"/>
          <p:cNvCxnSpPr>
            <a:stCxn id="40" idx="3"/>
            <a:endCxn id="41" idx="1"/>
          </p:cNvCxnSpPr>
          <p:nvPr/>
        </p:nvCxnSpPr>
        <p:spPr>
          <a:xfrm>
            <a:off x="5763578" y="2647951"/>
            <a:ext cx="23622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43" name="shape-918">
            <a:extLst>
              <a:ext uri="{FF2B5EF4-FFF2-40B4-BE49-F238E27FC236}">
                <a16:creationId xmlns:a16="http://schemas.microsoft.com/office/drawing/2014/main" id="{55B67C7D-4BE6-4E22-B5E6-343AB6742A11}"/>
              </a:ext>
            </a:extLst>
          </p:cNvPr>
          <p:cNvSpPr>
            <a:spLocks noGrp="1"/>
          </p:cNvSpPr>
          <p:nvPr/>
        </p:nvSpPr>
        <p:spPr>
          <a:xfrm>
            <a:off x="5999798" y="26469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4" name="shape-919">
            <a:extLst>
              <a:ext uri="{FF2B5EF4-FFF2-40B4-BE49-F238E27FC236}">
                <a16:creationId xmlns:a16="http://schemas.microsoft.com/office/drawing/2014/main" id="{145B3C1B-9648-4274-812F-CEA11A3F5AC0}"/>
              </a:ext>
            </a:extLst>
          </p:cNvPr>
          <p:cNvSpPr>
            <a:spLocks noGrp="1"/>
          </p:cNvSpPr>
          <p:nvPr/>
        </p:nvSpPr>
        <p:spPr>
          <a:xfrm>
            <a:off x="5999798" y="4237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4" name="直接箭头连接符 203"/>
          <p:cNvCxnSpPr>
            <a:stCxn id="43" idx="3"/>
            <a:endCxn id="44" idx="1"/>
          </p:cNvCxnSpPr>
          <p:nvPr/>
        </p:nvCxnSpPr>
        <p:spPr>
          <a:xfrm flipH="1">
            <a:off x="5999798" y="2647951"/>
            <a:ext cx="1905" cy="159067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46" name="shape-920">
            <a:extLst>
              <a:ext uri="{FF2B5EF4-FFF2-40B4-BE49-F238E27FC236}">
                <a16:creationId xmlns:a16="http://schemas.microsoft.com/office/drawing/2014/main" id="{5597E760-0243-4CBA-AAF4-0F281C5E8B72}"/>
              </a:ext>
            </a:extLst>
          </p:cNvPr>
          <p:cNvSpPr>
            <a:spLocks noGrp="1"/>
          </p:cNvSpPr>
          <p:nvPr/>
        </p:nvSpPr>
        <p:spPr>
          <a:xfrm>
            <a:off x="5999798" y="4237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47" name="shape-921">
            <a:extLst>
              <a:ext uri="{FF2B5EF4-FFF2-40B4-BE49-F238E27FC236}">
                <a16:creationId xmlns:a16="http://schemas.microsoft.com/office/drawing/2014/main" id="{ABDA9DB7-D485-4682-BC32-9ED822EB0F9D}"/>
              </a:ext>
            </a:extLst>
          </p:cNvPr>
          <p:cNvSpPr>
            <a:spLocks noGrp="1"/>
          </p:cNvSpPr>
          <p:nvPr/>
        </p:nvSpPr>
        <p:spPr>
          <a:xfrm>
            <a:off x="6666548" y="4237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07" name="直接箭头连接符 206"/>
          <p:cNvCxnSpPr>
            <a:stCxn id="46" idx="3"/>
            <a:endCxn id="47" idx="1"/>
          </p:cNvCxnSpPr>
          <p:nvPr/>
        </p:nvCxnSpPr>
        <p:spPr>
          <a:xfrm>
            <a:off x="6001703" y="4238626"/>
            <a:ext cx="664845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49" name="shape-922">
            <a:extLst>
              <a:ext uri="{FF2B5EF4-FFF2-40B4-BE49-F238E27FC236}">
                <a16:creationId xmlns:a16="http://schemas.microsoft.com/office/drawing/2014/main" id="{DE312C36-FBA1-4CA9-81A6-799B39D814DC}"/>
              </a:ext>
            </a:extLst>
          </p:cNvPr>
          <p:cNvSpPr>
            <a:spLocks noGrp="1"/>
          </p:cNvSpPr>
          <p:nvPr/>
        </p:nvSpPr>
        <p:spPr>
          <a:xfrm>
            <a:off x="1951673" y="324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0" name="shape-923">
            <a:extLst>
              <a:ext uri="{FF2B5EF4-FFF2-40B4-BE49-F238E27FC236}">
                <a16:creationId xmlns:a16="http://schemas.microsoft.com/office/drawing/2014/main" id="{824BC84E-168D-411E-A0D0-80AAE0AD2B49}"/>
              </a:ext>
            </a:extLst>
          </p:cNvPr>
          <p:cNvSpPr>
            <a:spLocks noGrp="1"/>
          </p:cNvSpPr>
          <p:nvPr/>
        </p:nvSpPr>
        <p:spPr>
          <a:xfrm>
            <a:off x="6190298" y="324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0" name="直接箭头连接符 209"/>
          <p:cNvCxnSpPr>
            <a:stCxn id="49" idx="3"/>
            <a:endCxn id="50" idx="1"/>
          </p:cNvCxnSpPr>
          <p:nvPr/>
        </p:nvCxnSpPr>
        <p:spPr>
          <a:xfrm>
            <a:off x="1953578" y="3248026"/>
            <a:ext cx="4236720" cy="0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none" w="sm" len="sm"/>
          </a:ln>
        </p:spPr>
      </p:cxnSp>
      <p:sp>
        <p:nvSpPr>
          <p:cNvPr id="52" name="shape-924">
            <a:extLst>
              <a:ext uri="{FF2B5EF4-FFF2-40B4-BE49-F238E27FC236}">
                <a16:creationId xmlns:a16="http://schemas.microsoft.com/office/drawing/2014/main" id="{E353009D-9F0D-44BE-8B01-07A13DCBFFC1}"/>
              </a:ext>
            </a:extLst>
          </p:cNvPr>
          <p:cNvSpPr>
            <a:spLocks noGrp="1"/>
          </p:cNvSpPr>
          <p:nvPr/>
        </p:nvSpPr>
        <p:spPr>
          <a:xfrm>
            <a:off x="6190298" y="324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3" name="shape-925">
            <a:extLst>
              <a:ext uri="{FF2B5EF4-FFF2-40B4-BE49-F238E27FC236}">
                <a16:creationId xmlns:a16="http://schemas.microsoft.com/office/drawing/2014/main" id="{11A663F3-D7D4-4357-95A4-F79D237A2223}"/>
              </a:ext>
            </a:extLst>
          </p:cNvPr>
          <p:cNvSpPr>
            <a:spLocks noGrp="1"/>
          </p:cNvSpPr>
          <p:nvPr/>
        </p:nvSpPr>
        <p:spPr>
          <a:xfrm>
            <a:off x="8142923" y="324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3" name="直接箭头连接符 212"/>
          <p:cNvCxnSpPr>
            <a:stCxn id="52" idx="3"/>
            <a:endCxn id="53" idx="1"/>
          </p:cNvCxnSpPr>
          <p:nvPr/>
        </p:nvCxnSpPr>
        <p:spPr>
          <a:xfrm>
            <a:off x="6192203" y="3248026"/>
            <a:ext cx="1950720" cy="0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none" w="sm" len="sm"/>
          </a:ln>
        </p:spPr>
      </p:cxnSp>
      <p:sp>
        <p:nvSpPr>
          <p:cNvPr id="55" name="shape-926">
            <a:extLst>
              <a:ext uri="{FF2B5EF4-FFF2-40B4-BE49-F238E27FC236}">
                <a16:creationId xmlns:a16="http://schemas.microsoft.com/office/drawing/2014/main" id="{F3FFD3F3-AB11-4EBA-AE94-2C199551F2DB}"/>
              </a:ext>
            </a:extLst>
          </p:cNvPr>
          <p:cNvSpPr>
            <a:spLocks noGrp="1"/>
          </p:cNvSpPr>
          <p:nvPr/>
        </p:nvSpPr>
        <p:spPr>
          <a:xfrm>
            <a:off x="8142923" y="324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6" name="shape-927">
            <a:extLst>
              <a:ext uri="{FF2B5EF4-FFF2-40B4-BE49-F238E27FC236}">
                <a16:creationId xmlns:a16="http://schemas.microsoft.com/office/drawing/2014/main" id="{7C779BA5-5CC8-4051-B23F-D7604EE9E6EF}"/>
              </a:ext>
            </a:extLst>
          </p:cNvPr>
          <p:cNvSpPr>
            <a:spLocks noGrp="1"/>
          </p:cNvSpPr>
          <p:nvPr/>
        </p:nvSpPr>
        <p:spPr>
          <a:xfrm>
            <a:off x="8142923" y="2866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6" name="直接箭头连接符 215"/>
          <p:cNvCxnSpPr>
            <a:stCxn id="55" idx="3"/>
            <a:endCxn id="56" idx="1"/>
          </p:cNvCxnSpPr>
          <p:nvPr/>
        </p:nvCxnSpPr>
        <p:spPr>
          <a:xfrm flipH="1" flipV="1">
            <a:off x="8142923" y="2867026"/>
            <a:ext cx="1905" cy="381000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triangle" w="sm" len="sm"/>
          </a:ln>
        </p:spPr>
      </p:cxnSp>
      <p:sp>
        <p:nvSpPr>
          <p:cNvPr id="58" name="shape-928">
            <a:extLst>
              <a:ext uri="{FF2B5EF4-FFF2-40B4-BE49-F238E27FC236}">
                <a16:creationId xmlns:a16="http://schemas.microsoft.com/office/drawing/2014/main" id="{3B238F8B-6F75-4E1B-8FE9-754B1B583028}"/>
              </a:ext>
            </a:extLst>
          </p:cNvPr>
          <p:cNvSpPr>
            <a:spLocks noGrp="1"/>
          </p:cNvSpPr>
          <p:nvPr/>
        </p:nvSpPr>
        <p:spPr>
          <a:xfrm>
            <a:off x="6190298" y="32470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9" name="shape-929">
            <a:extLst>
              <a:ext uri="{FF2B5EF4-FFF2-40B4-BE49-F238E27FC236}">
                <a16:creationId xmlns:a16="http://schemas.microsoft.com/office/drawing/2014/main" id="{8CA878D2-73FE-47CA-A155-ABA6FC6E0957}"/>
              </a:ext>
            </a:extLst>
          </p:cNvPr>
          <p:cNvSpPr>
            <a:spLocks noGrp="1"/>
          </p:cNvSpPr>
          <p:nvPr/>
        </p:nvSpPr>
        <p:spPr>
          <a:xfrm>
            <a:off x="6190298" y="5018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19" name="直接箭头连接符 218"/>
          <p:cNvCxnSpPr>
            <a:stCxn id="58" idx="3"/>
            <a:endCxn id="59" idx="1"/>
          </p:cNvCxnSpPr>
          <p:nvPr/>
        </p:nvCxnSpPr>
        <p:spPr>
          <a:xfrm flipH="1">
            <a:off x="6190298" y="3248026"/>
            <a:ext cx="1905" cy="1771650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none" w="sm" len="sm"/>
          </a:ln>
        </p:spPr>
      </p:cxnSp>
      <p:sp>
        <p:nvSpPr>
          <p:cNvPr id="61" name="shape-930">
            <a:extLst>
              <a:ext uri="{FF2B5EF4-FFF2-40B4-BE49-F238E27FC236}">
                <a16:creationId xmlns:a16="http://schemas.microsoft.com/office/drawing/2014/main" id="{AFA5569B-D225-4546-A2C5-D9EE202139B2}"/>
              </a:ext>
            </a:extLst>
          </p:cNvPr>
          <p:cNvSpPr>
            <a:spLocks noGrp="1"/>
          </p:cNvSpPr>
          <p:nvPr/>
        </p:nvSpPr>
        <p:spPr>
          <a:xfrm>
            <a:off x="6190298" y="5018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2" name="shape-931">
            <a:extLst>
              <a:ext uri="{FF2B5EF4-FFF2-40B4-BE49-F238E27FC236}">
                <a16:creationId xmlns:a16="http://schemas.microsoft.com/office/drawing/2014/main" id="{C954AF11-B2EA-476D-BB9C-AB3F135BAB27}"/>
              </a:ext>
            </a:extLst>
          </p:cNvPr>
          <p:cNvSpPr>
            <a:spLocks noGrp="1"/>
          </p:cNvSpPr>
          <p:nvPr/>
        </p:nvSpPr>
        <p:spPr>
          <a:xfrm>
            <a:off x="8142923" y="5018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22" name="直接箭头连接符 221"/>
          <p:cNvCxnSpPr>
            <a:stCxn id="61" idx="3"/>
            <a:endCxn id="62" idx="1"/>
          </p:cNvCxnSpPr>
          <p:nvPr/>
        </p:nvCxnSpPr>
        <p:spPr>
          <a:xfrm>
            <a:off x="6192203" y="5019676"/>
            <a:ext cx="1950720" cy="0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none" w="sm" len="sm"/>
          </a:ln>
        </p:spPr>
      </p:cxnSp>
      <p:sp>
        <p:nvSpPr>
          <p:cNvPr id="64" name="shape-932">
            <a:extLst>
              <a:ext uri="{FF2B5EF4-FFF2-40B4-BE49-F238E27FC236}">
                <a16:creationId xmlns:a16="http://schemas.microsoft.com/office/drawing/2014/main" id="{A4D89196-89B4-467E-94B2-DDB599C08F71}"/>
              </a:ext>
            </a:extLst>
          </p:cNvPr>
          <p:cNvSpPr>
            <a:spLocks noGrp="1"/>
          </p:cNvSpPr>
          <p:nvPr/>
        </p:nvSpPr>
        <p:spPr>
          <a:xfrm>
            <a:off x="8142923" y="50187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5" name="shape-933">
            <a:extLst>
              <a:ext uri="{FF2B5EF4-FFF2-40B4-BE49-F238E27FC236}">
                <a16:creationId xmlns:a16="http://schemas.microsoft.com/office/drawing/2014/main" id="{0290659F-7884-40D7-962A-B739BF24C588}"/>
              </a:ext>
            </a:extLst>
          </p:cNvPr>
          <p:cNvSpPr>
            <a:spLocks noGrp="1"/>
          </p:cNvSpPr>
          <p:nvPr/>
        </p:nvSpPr>
        <p:spPr>
          <a:xfrm>
            <a:off x="8142923" y="46662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25" name="直接箭头连接符 224"/>
          <p:cNvCxnSpPr>
            <a:stCxn id="64" idx="3"/>
            <a:endCxn id="65" idx="1"/>
          </p:cNvCxnSpPr>
          <p:nvPr/>
        </p:nvCxnSpPr>
        <p:spPr>
          <a:xfrm flipH="1" flipV="1">
            <a:off x="8142923" y="4667251"/>
            <a:ext cx="1905" cy="352425"/>
          </a:xfrm>
          <a:prstGeom prst="straightConnector1">
            <a:avLst/>
          </a:prstGeom>
          <a:ln w="19050">
            <a:solidFill>
              <a:srgbClr val="738492"/>
            </a:solidFill>
            <a:prstDash val="dash"/>
            <a:tailEnd type="triangle" w="sm" len="sm"/>
          </a:ln>
        </p:spPr>
      </p:cxnSp>
      <p:sp>
        <p:nvSpPr>
          <p:cNvPr id="67" name="shape-934">
            <a:extLst>
              <a:ext uri="{FF2B5EF4-FFF2-40B4-BE49-F238E27FC236}">
                <a16:creationId xmlns:a16="http://schemas.microsoft.com/office/drawing/2014/main" id="{A592F618-F834-4393-8F19-1D03586E2E19}"/>
              </a:ext>
            </a:extLst>
          </p:cNvPr>
          <p:cNvSpPr>
            <a:spLocks noGrp="1"/>
          </p:cNvSpPr>
          <p:nvPr/>
        </p:nvSpPr>
        <p:spPr>
          <a:xfrm>
            <a:off x="9619298" y="2437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8" name="shape-935">
            <a:extLst>
              <a:ext uri="{FF2B5EF4-FFF2-40B4-BE49-F238E27FC236}">
                <a16:creationId xmlns:a16="http://schemas.microsoft.com/office/drawing/2014/main" id="{C9978238-1601-4AB5-B059-1A28E942C065}"/>
              </a:ext>
            </a:extLst>
          </p:cNvPr>
          <p:cNvSpPr>
            <a:spLocks noGrp="1"/>
          </p:cNvSpPr>
          <p:nvPr/>
        </p:nvSpPr>
        <p:spPr>
          <a:xfrm>
            <a:off x="9990773" y="2437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28" name="直接箭头连接符 227"/>
          <p:cNvCxnSpPr>
            <a:stCxn id="67" idx="3"/>
            <a:endCxn id="68" idx="1"/>
          </p:cNvCxnSpPr>
          <p:nvPr/>
        </p:nvCxnSpPr>
        <p:spPr>
          <a:xfrm>
            <a:off x="9621203" y="2438401"/>
            <a:ext cx="36957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70" name="shape-936">
            <a:extLst>
              <a:ext uri="{FF2B5EF4-FFF2-40B4-BE49-F238E27FC236}">
                <a16:creationId xmlns:a16="http://schemas.microsoft.com/office/drawing/2014/main" id="{F62C946B-4FAA-4538-9668-1B6B0C18FC9D}"/>
              </a:ext>
            </a:extLst>
          </p:cNvPr>
          <p:cNvSpPr>
            <a:spLocks noGrp="1"/>
          </p:cNvSpPr>
          <p:nvPr/>
        </p:nvSpPr>
        <p:spPr>
          <a:xfrm>
            <a:off x="9990773" y="2437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1" name="shape-937">
            <a:extLst>
              <a:ext uri="{FF2B5EF4-FFF2-40B4-BE49-F238E27FC236}">
                <a16:creationId xmlns:a16="http://schemas.microsoft.com/office/drawing/2014/main" id="{6953CD83-E86E-4758-9923-D3A3870656C0}"/>
              </a:ext>
            </a:extLst>
          </p:cNvPr>
          <p:cNvSpPr>
            <a:spLocks noGrp="1"/>
          </p:cNvSpPr>
          <p:nvPr/>
        </p:nvSpPr>
        <p:spPr>
          <a:xfrm>
            <a:off x="9990773" y="30565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1" name="直接箭头连接符 230"/>
          <p:cNvCxnSpPr>
            <a:stCxn id="70" idx="3"/>
            <a:endCxn id="71" idx="1"/>
          </p:cNvCxnSpPr>
          <p:nvPr/>
        </p:nvCxnSpPr>
        <p:spPr>
          <a:xfrm flipH="1">
            <a:off x="9990773" y="2438401"/>
            <a:ext cx="1905" cy="61912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73" name="shape-938">
            <a:extLst>
              <a:ext uri="{FF2B5EF4-FFF2-40B4-BE49-F238E27FC236}">
                <a16:creationId xmlns:a16="http://schemas.microsoft.com/office/drawing/2014/main" id="{63D8AD0C-730A-40E8-A344-57A68D550956}"/>
              </a:ext>
            </a:extLst>
          </p:cNvPr>
          <p:cNvSpPr>
            <a:spLocks noGrp="1"/>
          </p:cNvSpPr>
          <p:nvPr/>
        </p:nvSpPr>
        <p:spPr>
          <a:xfrm>
            <a:off x="9990773" y="30565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4" name="shape-939">
            <a:extLst>
              <a:ext uri="{FF2B5EF4-FFF2-40B4-BE49-F238E27FC236}">
                <a16:creationId xmlns:a16="http://schemas.microsoft.com/office/drawing/2014/main" id="{284C3E9A-5B9E-4B10-BDA3-7BD8105CAA63}"/>
              </a:ext>
            </a:extLst>
          </p:cNvPr>
          <p:cNvSpPr>
            <a:spLocks noGrp="1"/>
          </p:cNvSpPr>
          <p:nvPr/>
        </p:nvSpPr>
        <p:spPr>
          <a:xfrm>
            <a:off x="10381298" y="30565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4" name="直接箭头连接符 233"/>
          <p:cNvCxnSpPr>
            <a:stCxn id="73" idx="3"/>
            <a:endCxn id="74" idx="1"/>
          </p:cNvCxnSpPr>
          <p:nvPr/>
        </p:nvCxnSpPr>
        <p:spPr>
          <a:xfrm>
            <a:off x="9992678" y="3057526"/>
            <a:ext cx="38862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76" name="shape-940">
            <a:extLst>
              <a:ext uri="{FF2B5EF4-FFF2-40B4-BE49-F238E27FC236}">
                <a16:creationId xmlns:a16="http://schemas.microsoft.com/office/drawing/2014/main" id="{FE1091D0-7ADA-4653-963D-F83FD19A553C}"/>
              </a:ext>
            </a:extLst>
          </p:cNvPr>
          <p:cNvSpPr>
            <a:spLocks noGrp="1"/>
          </p:cNvSpPr>
          <p:nvPr/>
        </p:nvSpPr>
        <p:spPr>
          <a:xfrm>
            <a:off x="9619298" y="4237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77" name="shape-941">
            <a:extLst>
              <a:ext uri="{FF2B5EF4-FFF2-40B4-BE49-F238E27FC236}">
                <a16:creationId xmlns:a16="http://schemas.microsoft.com/office/drawing/2014/main" id="{9B873D31-E984-4B69-8FC3-9A3B0BCF24E2}"/>
              </a:ext>
            </a:extLst>
          </p:cNvPr>
          <p:cNvSpPr>
            <a:spLocks noGrp="1"/>
          </p:cNvSpPr>
          <p:nvPr/>
        </p:nvSpPr>
        <p:spPr>
          <a:xfrm>
            <a:off x="9990773" y="4237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37" name="直接箭头连接符 236"/>
          <p:cNvCxnSpPr>
            <a:stCxn id="76" idx="3"/>
            <a:endCxn id="77" idx="1"/>
          </p:cNvCxnSpPr>
          <p:nvPr/>
        </p:nvCxnSpPr>
        <p:spPr>
          <a:xfrm>
            <a:off x="9621203" y="4238626"/>
            <a:ext cx="36957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79" name="shape-942">
            <a:extLst>
              <a:ext uri="{FF2B5EF4-FFF2-40B4-BE49-F238E27FC236}">
                <a16:creationId xmlns:a16="http://schemas.microsoft.com/office/drawing/2014/main" id="{1F22CA70-99A6-4A86-B88A-89E387E2BE31}"/>
              </a:ext>
            </a:extLst>
          </p:cNvPr>
          <p:cNvSpPr>
            <a:spLocks noGrp="1"/>
          </p:cNvSpPr>
          <p:nvPr/>
        </p:nvSpPr>
        <p:spPr>
          <a:xfrm>
            <a:off x="9990773" y="4237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0" name="shape-943">
            <a:extLst>
              <a:ext uri="{FF2B5EF4-FFF2-40B4-BE49-F238E27FC236}">
                <a16:creationId xmlns:a16="http://schemas.microsoft.com/office/drawing/2014/main" id="{8A7F0064-FED0-4B0A-B9D8-EBCC7785C7BB}"/>
              </a:ext>
            </a:extLst>
          </p:cNvPr>
          <p:cNvSpPr>
            <a:spLocks noGrp="1"/>
          </p:cNvSpPr>
          <p:nvPr/>
        </p:nvSpPr>
        <p:spPr>
          <a:xfrm>
            <a:off x="9990773" y="3475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0" name="直接箭头连接符 239"/>
          <p:cNvCxnSpPr>
            <a:stCxn id="79" idx="3"/>
            <a:endCxn id="80" idx="1"/>
          </p:cNvCxnSpPr>
          <p:nvPr/>
        </p:nvCxnSpPr>
        <p:spPr>
          <a:xfrm flipH="1" flipV="1">
            <a:off x="9990773" y="3476626"/>
            <a:ext cx="1905" cy="76200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none" w="sm" len="sm"/>
          </a:ln>
        </p:spPr>
      </p:cxnSp>
      <p:sp>
        <p:nvSpPr>
          <p:cNvPr id="82" name="shape-944">
            <a:extLst>
              <a:ext uri="{FF2B5EF4-FFF2-40B4-BE49-F238E27FC236}">
                <a16:creationId xmlns:a16="http://schemas.microsoft.com/office/drawing/2014/main" id="{DD5C5299-84D2-4D35-A4C6-35E31469A8B7}"/>
              </a:ext>
            </a:extLst>
          </p:cNvPr>
          <p:cNvSpPr>
            <a:spLocks noGrp="1"/>
          </p:cNvSpPr>
          <p:nvPr/>
        </p:nvSpPr>
        <p:spPr>
          <a:xfrm>
            <a:off x="9990773" y="3475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3" name="shape-945">
            <a:extLst>
              <a:ext uri="{FF2B5EF4-FFF2-40B4-BE49-F238E27FC236}">
                <a16:creationId xmlns:a16="http://schemas.microsoft.com/office/drawing/2014/main" id="{2FACB8BF-2607-46D4-BAC8-8C1C9273655C}"/>
              </a:ext>
            </a:extLst>
          </p:cNvPr>
          <p:cNvSpPr>
            <a:spLocks noGrp="1"/>
          </p:cNvSpPr>
          <p:nvPr/>
        </p:nvSpPr>
        <p:spPr>
          <a:xfrm>
            <a:off x="10381298" y="34756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3" name="直接箭头连接符 242"/>
          <p:cNvCxnSpPr>
            <a:stCxn id="82" idx="3"/>
            <a:endCxn id="83" idx="1"/>
          </p:cNvCxnSpPr>
          <p:nvPr/>
        </p:nvCxnSpPr>
        <p:spPr>
          <a:xfrm>
            <a:off x="9992678" y="3476626"/>
            <a:ext cx="38862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85" name="shape-946">
            <a:extLst>
              <a:ext uri="{FF2B5EF4-FFF2-40B4-BE49-F238E27FC236}">
                <a16:creationId xmlns:a16="http://schemas.microsoft.com/office/drawing/2014/main" id="{713DCE38-6898-41C7-8315-2C00197AEF15}"/>
              </a:ext>
            </a:extLst>
          </p:cNvPr>
          <p:cNvSpPr>
            <a:spLocks noGrp="1"/>
          </p:cNvSpPr>
          <p:nvPr/>
        </p:nvSpPr>
        <p:spPr>
          <a:xfrm>
            <a:off x="12191048" y="3256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86" name="shape-947">
            <a:extLst>
              <a:ext uri="{FF2B5EF4-FFF2-40B4-BE49-F238E27FC236}">
                <a16:creationId xmlns:a16="http://schemas.microsoft.com/office/drawing/2014/main" id="{4F5F7B70-C9A4-452A-B516-D836F6CED011}"/>
              </a:ext>
            </a:extLst>
          </p:cNvPr>
          <p:cNvSpPr>
            <a:spLocks noGrp="1"/>
          </p:cNvSpPr>
          <p:nvPr/>
        </p:nvSpPr>
        <p:spPr>
          <a:xfrm>
            <a:off x="12953048" y="32565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46" name="直接箭头连接符 245"/>
          <p:cNvCxnSpPr>
            <a:stCxn id="85" idx="3"/>
            <a:endCxn id="86" idx="1"/>
          </p:cNvCxnSpPr>
          <p:nvPr/>
        </p:nvCxnSpPr>
        <p:spPr>
          <a:xfrm>
            <a:off x="12192953" y="3257551"/>
            <a:ext cx="760095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id="{DFE8BE47-EC1D-4113-943C-7A6F45CB6AE3}"/>
              </a:ext>
            </a:extLst>
          </p:cNvPr>
          <p:cNvSpPr>
            <a:spLocks noGrp="1"/>
          </p:cNvSpPr>
          <p:nvPr/>
        </p:nvSpPr>
        <p:spPr>
          <a:xfrm>
            <a:off x="13573125" y="4486275"/>
            <a:ext cx="476250" cy="476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358AD"/>
            </a:solidFill>
          </a:ln>
        </p:spPr>
      </p:sp>
      <p:sp>
        <p:nvSpPr>
          <p:cNvPr id="89" name="shape-948">
            <a:extLst>
              <a:ext uri="{FF2B5EF4-FFF2-40B4-BE49-F238E27FC236}">
                <a16:creationId xmlns:a16="http://schemas.microsoft.com/office/drawing/2014/main" id="{12CD4897-A5E8-43FF-AFAA-D13182329672}"/>
              </a:ext>
            </a:extLst>
          </p:cNvPr>
          <p:cNvSpPr>
            <a:spLocks noGrp="1"/>
          </p:cNvSpPr>
          <p:nvPr/>
        </p:nvSpPr>
        <p:spPr>
          <a:xfrm>
            <a:off x="13573125" y="448627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×</a:t>
            </a:r>
          </a:p>
        </p:txBody>
      </p:sp>
      <p:sp>
        <p:nvSpPr>
          <p:cNvPr id="90" name="shape-949">
            <a:extLst>
              <a:ext uri="{FF2B5EF4-FFF2-40B4-BE49-F238E27FC236}">
                <a16:creationId xmlns:a16="http://schemas.microsoft.com/office/drawing/2014/main" id="{92ED4116-B66F-4500-9180-159C8ED5C8E7}"/>
              </a:ext>
            </a:extLst>
          </p:cNvPr>
          <p:cNvSpPr>
            <a:spLocks noGrp="1"/>
          </p:cNvSpPr>
          <p:nvPr/>
        </p:nvSpPr>
        <p:spPr>
          <a:xfrm>
            <a:off x="13810298" y="3761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1" name="shape-950">
            <a:extLst>
              <a:ext uri="{FF2B5EF4-FFF2-40B4-BE49-F238E27FC236}">
                <a16:creationId xmlns:a16="http://schemas.microsoft.com/office/drawing/2014/main" id="{1864BD18-93C0-49B2-8B1F-D77D00963928}"/>
              </a:ext>
            </a:extLst>
          </p:cNvPr>
          <p:cNvSpPr>
            <a:spLocks noGrp="1"/>
          </p:cNvSpPr>
          <p:nvPr/>
        </p:nvSpPr>
        <p:spPr>
          <a:xfrm>
            <a:off x="13810298" y="44853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1" name="直接箭头连接符 250"/>
          <p:cNvCxnSpPr>
            <a:stCxn id="90" idx="3"/>
            <a:endCxn id="91" idx="1"/>
          </p:cNvCxnSpPr>
          <p:nvPr/>
        </p:nvCxnSpPr>
        <p:spPr>
          <a:xfrm flipH="1">
            <a:off x="13810298" y="3762376"/>
            <a:ext cx="1905" cy="72390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93" name="shape-951">
            <a:extLst>
              <a:ext uri="{FF2B5EF4-FFF2-40B4-BE49-F238E27FC236}">
                <a16:creationId xmlns:a16="http://schemas.microsoft.com/office/drawing/2014/main" id="{EF79555F-ACA6-4830-B44A-122C4E58AC8C}"/>
              </a:ext>
            </a:extLst>
          </p:cNvPr>
          <p:cNvSpPr>
            <a:spLocks noGrp="1"/>
          </p:cNvSpPr>
          <p:nvPr/>
        </p:nvSpPr>
        <p:spPr>
          <a:xfrm>
            <a:off x="1256348" y="37233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4" name="shape-952">
            <a:extLst>
              <a:ext uri="{FF2B5EF4-FFF2-40B4-BE49-F238E27FC236}">
                <a16:creationId xmlns:a16="http://schemas.microsoft.com/office/drawing/2014/main" id="{385AC216-7128-46A1-ACC1-340A7CC43AD2}"/>
              </a:ext>
            </a:extLst>
          </p:cNvPr>
          <p:cNvSpPr>
            <a:spLocks noGrp="1"/>
          </p:cNvSpPr>
          <p:nvPr/>
        </p:nvSpPr>
        <p:spPr>
          <a:xfrm>
            <a:off x="1256348" y="52377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4" name="直接箭头连接符 253"/>
          <p:cNvCxnSpPr>
            <a:stCxn id="93" idx="3"/>
            <a:endCxn id="94" idx="1"/>
          </p:cNvCxnSpPr>
          <p:nvPr/>
        </p:nvCxnSpPr>
        <p:spPr>
          <a:xfrm flipH="1">
            <a:off x="1256348" y="3724276"/>
            <a:ext cx="1905" cy="1514475"/>
          </a:xfrm>
          <a:prstGeom prst="straightConnector1">
            <a:avLst/>
          </a:prstGeom>
          <a:ln w="21908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96" name="shape-953">
            <a:extLst>
              <a:ext uri="{FF2B5EF4-FFF2-40B4-BE49-F238E27FC236}">
                <a16:creationId xmlns:a16="http://schemas.microsoft.com/office/drawing/2014/main" id="{42E1DEB6-7192-4006-A666-DB3A4B853BDA}"/>
              </a:ext>
            </a:extLst>
          </p:cNvPr>
          <p:cNvSpPr>
            <a:spLocks noGrp="1"/>
          </p:cNvSpPr>
          <p:nvPr/>
        </p:nvSpPr>
        <p:spPr>
          <a:xfrm>
            <a:off x="1256348" y="52377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97" name="shape-954">
            <a:extLst>
              <a:ext uri="{FF2B5EF4-FFF2-40B4-BE49-F238E27FC236}">
                <a16:creationId xmlns:a16="http://schemas.microsoft.com/office/drawing/2014/main" id="{1504DB4F-4403-4DDD-9BCE-79E8DA60BD6E}"/>
              </a:ext>
            </a:extLst>
          </p:cNvPr>
          <p:cNvSpPr>
            <a:spLocks noGrp="1"/>
          </p:cNvSpPr>
          <p:nvPr/>
        </p:nvSpPr>
        <p:spPr>
          <a:xfrm>
            <a:off x="12572048" y="52377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57" name="直接箭头连接符 256"/>
          <p:cNvCxnSpPr>
            <a:stCxn id="96" idx="3"/>
            <a:endCxn id="97" idx="1"/>
          </p:cNvCxnSpPr>
          <p:nvPr/>
        </p:nvCxnSpPr>
        <p:spPr>
          <a:xfrm>
            <a:off x="1258253" y="5238751"/>
            <a:ext cx="11313795" cy="0"/>
          </a:xfrm>
          <a:prstGeom prst="straightConnector1">
            <a:avLst/>
          </a:prstGeom>
          <a:ln w="21908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99" name="shape-955">
            <a:extLst>
              <a:ext uri="{FF2B5EF4-FFF2-40B4-BE49-F238E27FC236}">
                <a16:creationId xmlns:a16="http://schemas.microsoft.com/office/drawing/2014/main" id="{B333DCEB-42D7-43A9-A27C-82EA5DFB5D4D}"/>
              </a:ext>
            </a:extLst>
          </p:cNvPr>
          <p:cNvSpPr>
            <a:spLocks noGrp="1"/>
          </p:cNvSpPr>
          <p:nvPr/>
        </p:nvSpPr>
        <p:spPr>
          <a:xfrm>
            <a:off x="12572048" y="52377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0" name="shape-956">
            <a:extLst>
              <a:ext uri="{FF2B5EF4-FFF2-40B4-BE49-F238E27FC236}">
                <a16:creationId xmlns:a16="http://schemas.microsoft.com/office/drawing/2014/main" id="{82B950CB-F3B9-4CED-AF7C-43966C5FA9A3}"/>
              </a:ext>
            </a:extLst>
          </p:cNvPr>
          <p:cNvSpPr>
            <a:spLocks noGrp="1"/>
          </p:cNvSpPr>
          <p:nvPr/>
        </p:nvSpPr>
        <p:spPr>
          <a:xfrm>
            <a:off x="12572048" y="4723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0" name="直接箭头连接符 259"/>
          <p:cNvCxnSpPr>
            <a:stCxn id="99" idx="3"/>
            <a:endCxn id="100" idx="1"/>
          </p:cNvCxnSpPr>
          <p:nvPr/>
        </p:nvCxnSpPr>
        <p:spPr>
          <a:xfrm flipH="1" flipV="1">
            <a:off x="12572048" y="4724401"/>
            <a:ext cx="1905" cy="514350"/>
          </a:xfrm>
          <a:prstGeom prst="straightConnector1">
            <a:avLst/>
          </a:prstGeom>
          <a:ln w="21908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102" name="shape-957">
            <a:extLst>
              <a:ext uri="{FF2B5EF4-FFF2-40B4-BE49-F238E27FC236}">
                <a16:creationId xmlns:a16="http://schemas.microsoft.com/office/drawing/2014/main" id="{EB6D26B7-5EEC-40FD-BCCE-6737CF7FD317}"/>
              </a:ext>
            </a:extLst>
          </p:cNvPr>
          <p:cNvSpPr>
            <a:spLocks noGrp="1"/>
          </p:cNvSpPr>
          <p:nvPr/>
        </p:nvSpPr>
        <p:spPr>
          <a:xfrm>
            <a:off x="12572048" y="4723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3" name="shape-958">
            <a:extLst>
              <a:ext uri="{FF2B5EF4-FFF2-40B4-BE49-F238E27FC236}">
                <a16:creationId xmlns:a16="http://schemas.microsoft.com/office/drawing/2014/main" id="{529DE604-0A40-42AE-8288-B5AD2F7A31A2}"/>
              </a:ext>
            </a:extLst>
          </p:cNvPr>
          <p:cNvSpPr>
            <a:spLocks noGrp="1"/>
          </p:cNvSpPr>
          <p:nvPr/>
        </p:nvSpPr>
        <p:spPr>
          <a:xfrm>
            <a:off x="13572173" y="47234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3" name="直接箭头连接符 262"/>
          <p:cNvCxnSpPr>
            <a:stCxn id="102" idx="3"/>
            <a:endCxn id="103" idx="1"/>
          </p:cNvCxnSpPr>
          <p:nvPr/>
        </p:nvCxnSpPr>
        <p:spPr>
          <a:xfrm>
            <a:off x="12573953" y="4724401"/>
            <a:ext cx="998220" cy="0"/>
          </a:xfrm>
          <a:prstGeom prst="straightConnector1">
            <a:avLst/>
          </a:prstGeom>
          <a:ln w="21908">
            <a:solidFill>
              <a:srgbClr val="738492"/>
            </a:solidFill>
            <a:prstDash val="solid"/>
            <a:tailEnd type="triangle" w="sm" len="sm"/>
          </a:ln>
        </p:spPr>
      </p:cxnSp>
      <p:sp>
        <p:nvSpPr>
          <p:cNvPr id="105" name="shape-959">
            <a:extLst>
              <a:ext uri="{FF2B5EF4-FFF2-40B4-BE49-F238E27FC236}">
                <a16:creationId xmlns:a16="http://schemas.microsoft.com/office/drawing/2014/main" id="{F4235A4F-7811-4413-9ADD-18C29CC97AE7}"/>
              </a:ext>
            </a:extLst>
          </p:cNvPr>
          <p:cNvSpPr>
            <a:spLocks noGrp="1"/>
          </p:cNvSpPr>
          <p:nvPr/>
        </p:nvSpPr>
        <p:spPr>
          <a:xfrm>
            <a:off x="12954000" y="5505450"/>
            <a:ext cx="1714500" cy="857250"/>
          </a:xfrm>
          <a:prstGeom prst="roundRect">
            <a:avLst>
              <a:gd name="adj" fmla="val 7778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06" name="shape-960">
            <a:extLst>
              <a:ext uri="{FF2B5EF4-FFF2-40B4-BE49-F238E27FC236}">
                <a16:creationId xmlns:a16="http://schemas.microsoft.com/office/drawing/2014/main" id="{48192458-9275-4BB8-85C8-5F2CBC927515}"/>
              </a:ext>
            </a:extLst>
          </p:cNvPr>
          <p:cNvSpPr>
            <a:spLocks noGrp="1"/>
          </p:cNvSpPr>
          <p:nvPr/>
        </p:nvSpPr>
        <p:spPr>
          <a:xfrm>
            <a:off x="13049250" y="5591175"/>
            <a:ext cx="152400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CBR 3×3</a:t>
            </a:r>
          </a:p>
        </p:txBody>
      </p:sp>
      <p:sp>
        <p:nvSpPr>
          <p:cNvPr id="107" name="shape-961">
            <a:extLst>
              <a:ext uri="{FF2B5EF4-FFF2-40B4-BE49-F238E27FC236}">
                <a16:creationId xmlns:a16="http://schemas.microsoft.com/office/drawing/2014/main" id="{4DA80727-4A8D-442B-AD50-79CC1AFF5343}"/>
              </a:ext>
            </a:extLst>
          </p:cNvPr>
          <p:cNvSpPr>
            <a:spLocks noGrp="1"/>
          </p:cNvSpPr>
          <p:nvPr/>
        </p:nvSpPr>
        <p:spPr>
          <a:xfrm>
            <a:off x="13049250" y="5916930"/>
            <a:ext cx="1524000" cy="3686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输出特征</a:t>
            </a:r>
          </a:p>
        </p:txBody>
      </p:sp>
      <p:sp>
        <p:nvSpPr>
          <p:cNvPr id="108" name="shape-962">
            <a:extLst>
              <a:ext uri="{FF2B5EF4-FFF2-40B4-BE49-F238E27FC236}">
                <a16:creationId xmlns:a16="http://schemas.microsoft.com/office/drawing/2014/main" id="{20F7F4B6-3937-4D0D-8094-E155AF5866A4}"/>
              </a:ext>
            </a:extLst>
          </p:cNvPr>
          <p:cNvSpPr>
            <a:spLocks noGrp="1"/>
          </p:cNvSpPr>
          <p:nvPr/>
        </p:nvSpPr>
        <p:spPr>
          <a:xfrm>
            <a:off x="13810298" y="49615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09" name="shape-963">
            <a:extLst>
              <a:ext uri="{FF2B5EF4-FFF2-40B4-BE49-F238E27FC236}">
                <a16:creationId xmlns:a16="http://schemas.microsoft.com/office/drawing/2014/main" id="{F97DD5B7-644B-4012-B146-ECA3CDB3C456}"/>
              </a:ext>
            </a:extLst>
          </p:cNvPr>
          <p:cNvSpPr>
            <a:spLocks noGrp="1"/>
          </p:cNvSpPr>
          <p:nvPr/>
        </p:nvSpPr>
        <p:spPr>
          <a:xfrm>
            <a:off x="13810298" y="550449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69" name="直接箭头连接符 268"/>
          <p:cNvCxnSpPr>
            <a:stCxn id="108" idx="3"/>
            <a:endCxn id="109" idx="1"/>
          </p:cNvCxnSpPr>
          <p:nvPr/>
        </p:nvCxnSpPr>
        <p:spPr>
          <a:xfrm flipH="1">
            <a:off x="13810298" y="4962526"/>
            <a:ext cx="1905" cy="542925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11" name="shape-964">
            <a:extLst>
              <a:ext uri="{FF2B5EF4-FFF2-40B4-BE49-F238E27FC236}">
                <a16:creationId xmlns:a16="http://schemas.microsoft.com/office/drawing/2014/main" id="{A2B2F097-CC0D-45C2-9F1B-B525E9C3F348}"/>
              </a:ext>
            </a:extLst>
          </p:cNvPr>
          <p:cNvSpPr>
            <a:spLocks noGrp="1"/>
          </p:cNvSpPr>
          <p:nvPr/>
        </p:nvSpPr>
        <p:spPr>
          <a:xfrm>
            <a:off x="571500" y="58864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73047"/>
                </a:solidFill>
                <a:latin typeface="Noto Sans CJK SC"/>
                <a:ea typeface="Noto Sans CJK SC"/>
                <a:cs typeface="Noto Sans CJK SC"/>
              </a:rPr>
              <a:t>每个 MSA_Head 内部</a:t>
            </a:r>
          </a:p>
        </p:txBody>
      </p:sp>
      <p:sp>
        <p:nvSpPr>
          <p:cNvPr id="112" name="shape-965">
            <a:extLst>
              <a:ext uri="{FF2B5EF4-FFF2-40B4-BE49-F238E27FC236}">
                <a16:creationId xmlns:a16="http://schemas.microsoft.com/office/drawing/2014/main" id="{7129EE4D-0ABA-4A29-920A-E8B54698DD93}"/>
              </a:ext>
            </a:extLst>
          </p:cNvPr>
          <p:cNvSpPr>
            <a:spLocks noGrp="1"/>
          </p:cNvSpPr>
          <p:nvPr/>
        </p:nvSpPr>
        <p:spPr>
          <a:xfrm>
            <a:off x="1428750" y="6810375"/>
            <a:ext cx="1143000" cy="762000"/>
          </a:xfrm>
          <a:prstGeom prst="roundRect">
            <a:avLst>
              <a:gd name="adj" fmla="val 8750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13" name="shape-966">
            <a:extLst>
              <a:ext uri="{FF2B5EF4-FFF2-40B4-BE49-F238E27FC236}">
                <a16:creationId xmlns:a16="http://schemas.microsoft.com/office/drawing/2014/main" id="{2C63919B-F988-4D6D-A8E2-345100AB8228}"/>
              </a:ext>
            </a:extLst>
          </p:cNvPr>
          <p:cNvSpPr>
            <a:spLocks noGrp="1"/>
          </p:cNvSpPr>
          <p:nvPr/>
        </p:nvSpPr>
        <p:spPr>
          <a:xfrm>
            <a:off x="1524000" y="6886575"/>
            <a:ext cx="95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LN</a:t>
            </a:r>
          </a:p>
        </p:txBody>
      </p:sp>
      <p:sp>
        <p:nvSpPr>
          <p:cNvPr id="114" name="shape-967">
            <a:extLst>
              <a:ext uri="{FF2B5EF4-FFF2-40B4-BE49-F238E27FC236}">
                <a16:creationId xmlns:a16="http://schemas.microsoft.com/office/drawing/2014/main" id="{76A5AD1A-D54A-41A5-AAC9-FA297DB53678}"/>
              </a:ext>
            </a:extLst>
          </p:cNvPr>
          <p:cNvSpPr>
            <a:spLocks noGrp="1"/>
          </p:cNvSpPr>
          <p:nvPr/>
        </p:nvSpPr>
        <p:spPr>
          <a:xfrm>
            <a:off x="3238500" y="6810375"/>
            <a:ext cx="2286000" cy="762000"/>
          </a:xfrm>
          <a:prstGeom prst="roundRect">
            <a:avLst>
              <a:gd name="adj" fmla="val 8750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15" name="shape-968">
            <a:extLst>
              <a:ext uri="{FF2B5EF4-FFF2-40B4-BE49-F238E27FC236}">
                <a16:creationId xmlns:a16="http://schemas.microsoft.com/office/drawing/2014/main" id="{8514FFD7-3101-4940-9305-21F786E63D99}"/>
              </a:ext>
            </a:extLst>
          </p:cNvPr>
          <p:cNvSpPr>
            <a:spLocks noGrp="1"/>
          </p:cNvSpPr>
          <p:nvPr/>
        </p:nvSpPr>
        <p:spPr>
          <a:xfrm>
            <a:off x="3333750" y="6886575"/>
            <a:ext cx="2095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通道注意力</a:t>
            </a:r>
          </a:p>
        </p:txBody>
      </p:sp>
      <p:sp>
        <p:nvSpPr>
          <p:cNvPr id="116" name="shape-969">
            <a:extLst>
              <a:ext uri="{FF2B5EF4-FFF2-40B4-BE49-F238E27FC236}">
                <a16:creationId xmlns:a16="http://schemas.microsoft.com/office/drawing/2014/main" id="{4790C213-A03C-4D8E-B5F8-89DAF2D37E86}"/>
              </a:ext>
            </a:extLst>
          </p:cNvPr>
          <p:cNvSpPr>
            <a:spLocks noGrp="1"/>
          </p:cNvSpPr>
          <p:nvPr/>
        </p:nvSpPr>
        <p:spPr>
          <a:xfrm>
            <a:off x="7191375" y="6810375"/>
            <a:ext cx="3333750" cy="762000"/>
          </a:xfrm>
          <a:prstGeom prst="roundRect">
            <a:avLst>
              <a:gd name="adj" fmla="val 8750"/>
            </a:avLst>
          </a:prstGeom>
          <a:solidFill>
            <a:srgbClr val="F0ECF8"/>
          </a:solidFill>
          <a:ln w="15240">
            <a:solidFill>
              <a:srgbClr val="7358AD"/>
            </a:solidFill>
            <a:prstDash val="solid"/>
          </a:ln>
        </p:spPr>
      </p:sp>
      <p:sp>
        <p:nvSpPr>
          <p:cNvPr id="117" name="shape-970">
            <a:extLst>
              <a:ext uri="{FF2B5EF4-FFF2-40B4-BE49-F238E27FC236}">
                <a16:creationId xmlns:a16="http://schemas.microsoft.com/office/drawing/2014/main" id="{FDD52BFD-0A71-4D1C-BE01-262EE92C6AD8}"/>
              </a:ext>
            </a:extLst>
          </p:cNvPr>
          <p:cNvSpPr>
            <a:spLocks noGrp="1"/>
          </p:cNvSpPr>
          <p:nvPr/>
        </p:nvSpPr>
        <p:spPr>
          <a:xfrm>
            <a:off x="7286625" y="6886575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LN + 门控 FFN</a:t>
            </a:r>
          </a:p>
        </p:txBody>
      </p:sp>
      <p:sp>
        <p:nvSpPr>
          <p:cNvPr id="118" name="shape-971">
            <a:extLst>
              <a:ext uri="{FF2B5EF4-FFF2-40B4-BE49-F238E27FC236}">
                <a16:creationId xmlns:a16="http://schemas.microsoft.com/office/drawing/2014/main" id="{2D9D0952-FB0E-470B-97B6-863F133B75E9}"/>
              </a:ext>
            </a:extLst>
          </p:cNvPr>
          <p:cNvSpPr>
            <a:spLocks noGrp="1"/>
          </p:cNvSpPr>
          <p:nvPr/>
        </p:nvSpPr>
        <p:spPr>
          <a:xfrm>
            <a:off x="571500" y="702945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x</a:t>
            </a:r>
          </a:p>
        </p:txBody>
      </p:sp>
      <p:sp>
        <p:nvSpPr>
          <p:cNvPr id="119" name="shape-972">
            <a:extLst>
              <a:ext uri="{FF2B5EF4-FFF2-40B4-BE49-F238E27FC236}">
                <a16:creationId xmlns:a16="http://schemas.microsoft.com/office/drawing/2014/main" id="{090CE436-EB3B-4509-8EF8-FDB5A6104973}"/>
              </a:ext>
            </a:extLst>
          </p:cNvPr>
          <p:cNvSpPr>
            <a:spLocks noGrp="1"/>
          </p:cNvSpPr>
          <p:nvPr/>
        </p:nvSpPr>
        <p:spPr>
          <a:xfrm>
            <a:off x="1142048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0" name="shape-973">
            <a:extLst>
              <a:ext uri="{FF2B5EF4-FFF2-40B4-BE49-F238E27FC236}">
                <a16:creationId xmlns:a16="http://schemas.microsoft.com/office/drawing/2014/main" id="{4A3BD301-E2B0-4B8D-BE25-8A5188B3E53E}"/>
              </a:ext>
            </a:extLst>
          </p:cNvPr>
          <p:cNvSpPr>
            <a:spLocks noGrp="1"/>
          </p:cNvSpPr>
          <p:nvPr/>
        </p:nvSpPr>
        <p:spPr>
          <a:xfrm>
            <a:off x="1427798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80" name="直接箭头连接符 279"/>
          <p:cNvCxnSpPr>
            <a:stCxn id="119" idx="3"/>
            <a:endCxn id="120" idx="1"/>
          </p:cNvCxnSpPr>
          <p:nvPr/>
        </p:nvCxnSpPr>
        <p:spPr>
          <a:xfrm>
            <a:off x="1143953" y="7191376"/>
            <a:ext cx="283845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22" name="shape-974">
            <a:extLst>
              <a:ext uri="{FF2B5EF4-FFF2-40B4-BE49-F238E27FC236}">
                <a16:creationId xmlns:a16="http://schemas.microsoft.com/office/drawing/2014/main" id="{1C00B3BD-6EEF-4AEB-913A-EA7EE2F9B255}"/>
              </a:ext>
            </a:extLst>
          </p:cNvPr>
          <p:cNvSpPr>
            <a:spLocks noGrp="1"/>
          </p:cNvSpPr>
          <p:nvPr/>
        </p:nvSpPr>
        <p:spPr>
          <a:xfrm>
            <a:off x="2570798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3" name="shape-975">
            <a:extLst>
              <a:ext uri="{FF2B5EF4-FFF2-40B4-BE49-F238E27FC236}">
                <a16:creationId xmlns:a16="http://schemas.microsoft.com/office/drawing/2014/main" id="{5EC60935-5AE4-4307-B22C-0DF3CBD9B16A}"/>
              </a:ext>
            </a:extLst>
          </p:cNvPr>
          <p:cNvSpPr>
            <a:spLocks noGrp="1"/>
          </p:cNvSpPr>
          <p:nvPr/>
        </p:nvSpPr>
        <p:spPr>
          <a:xfrm>
            <a:off x="3237548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83" name="直接箭头连接符 282"/>
          <p:cNvCxnSpPr>
            <a:stCxn id="122" idx="3"/>
            <a:endCxn id="123" idx="1"/>
          </p:cNvCxnSpPr>
          <p:nvPr/>
        </p:nvCxnSpPr>
        <p:spPr>
          <a:xfrm>
            <a:off x="2572703" y="7191376"/>
            <a:ext cx="664845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25" name="椭圆 124">
            <a:extLst>
              <a:ext uri="{FF2B5EF4-FFF2-40B4-BE49-F238E27FC236}">
                <a16:creationId xmlns:a16="http://schemas.microsoft.com/office/drawing/2014/main" id="{E40FE0EE-9DE7-4DE5-83F8-50E2BD677BAC}"/>
              </a:ext>
            </a:extLst>
          </p:cNvPr>
          <p:cNvSpPr>
            <a:spLocks noGrp="1"/>
          </p:cNvSpPr>
          <p:nvPr/>
        </p:nvSpPr>
        <p:spPr>
          <a:xfrm>
            <a:off x="6019800" y="69723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358AD"/>
            </a:solidFill>
          </a:ln>
        </p:spPr>
      </p:sp>
      <p:sp>
        <p:nvSpPr>
          <p:cNvPr id="126" name="shape-976">
            <a:extLst>
              <a:ext uri="{FF2B5EF4-FFF2-40B4-BE49-F238E27FC236}">
                <a16:creationId xmlns:a16="http://schemas.microsoft.com/office/drawing/2014/main" id="{C5572442-797F-496D-B608-2321C6240009}"/>
              </a:ext>
            </a:extLst>
          </p:cNvPr>
          <p:cNvSpPr>
            <a:spLocks noGrp="1"/>
          </p:cNvSpPr>
          <p:nvPr/>
        </p:nvSpPr>
        <p:spPr>
          <a:xfrm>
            <a:off x="6019800" y="69723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+</a:t>
            </a:r>
          </a:p>
        </p:txBody>
      </p:sp>
      <p:sp>
        <p:nvSpPr>
          <p:cNvPr id="127" name="shape-977">
            <a:extLst>
              <a:ext uri="{FF2B5EF4-FFF2-40B4-BE49-F238E27FC236}">
                <a16:creationId xmlns:a16="http://schemas.microsoft.com/office/drawing/2014/main" id="{01022F86-C87C-4D1A-9308-4AB63C54D251}"/>
              </a:ext>
            </a:extLst>
          </p:cNvPr>
          <p:cNvSpPr>
            <a:spLocks noGrp="1"/>
          </p:cNvSpPr>
          <p:nvPr/>
        </p:nvSpPr>
        <p:spPr>
          <a:xfrm>
            <a:off x="5523548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28" name="shape-978">
            <a:extLst>
              <a:ext uri="{FF2B5EF4-FFF2-40B4-BE49-F238E27FC236}">
                <a16:creationId xmlns:a16="http://schemas.microsoft.com/office/drawing/2014/main" id="{6F7814DC-BF51-4ADD-AAE5-42401E0A4FB2}"/>
              </a:ext>
            </a:extLst>
          </p:cNvPr>
          <p:cNvSpPr>
            <a:spLocks noGrp="1"/>
          </p:cNvSpPr>
          <p:nvPr/>
        </p:nvSpPr>
        <p:spPr>
          <a:xfrm>
            <a:off x="6018848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88" name="直接箭头连接符 287"/>
          <p:cNvCxnSpPr>
            <a:stCxn id="127" idx="3"/>
            <a:endCxn id="128" idx="1"/>
          </p:cNvCxnSpPr>
          <p:nvPr/>
        </p:nvCxnSpPr>
        <p:spPr>
          <a:xfrm>
            <a:off x="5525453" y="7191376"/>
            <a:ext cx="493395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30" name="shape-979">
            <a:extLst>
              <a:ext uri="{FF2B5EF4-FFF2-40B4-BE49-F238E27FC236}">
                <a16:creationId xmlns:a16="http://schemas.microsoft.com/office/drawing/2014/main" id="{6F198711-9816-4B9F-B964-0039238C6577}"/>
              </a:ext>
            </a:extLst>
          </p:cNvPr>
          <p:cNvSpPr>
            <a:spLocks noGrp="1"/>
          </p:cNvSpPr>
          <p:nvPr/>
        </p:nvSpPr>
        <p:spPr>
          <a:xfrm>
            <a:off x="6456998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1" name="shape-980">
            <a:extLst>
              <a:ext uri="{FF2B5EF4-FFF2-40B4-BE49-F238E27FC236}">
                <a16:creationId xmlns:a16="http://schemas.microsoft.com/office/drawing/2014/main" id="{0E21060F-CBE3-47DF-A127-925101081507}"/>
              </a:ext>
            </a:extLst>
          </p:cNvPr>
          <p:cNvSpPr>
            <a:spLocks noGrp="1"/>
          </p:cNvSpPr>
          <p:nvPr/>
        </p:nvSpPr>
        <p:spPr>
          <a:xfrm>
            <a:off x="7190423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91" name="直接箭头连接符 290"/>
          <p:cNvCxnSpPr>
            <a:stCxn id="130" idx="3"/>
            <a:endCxn id="131" idx="1"/>
          </p:cNvCxnSpPr>
          <p:nvPr/>
        </p:nvCxnSpPr>
        <p:spPr>
          <a:xfrm>
            <a:off x="6458903" y="7191376"/>
            <a:ext cx="73152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33" name="椭圆 132">
            <a:extLst>
              <a:ext uri="{FF2B5EF4-FFF2-40B4-BE49-F238E27FC236}">
                <a16:creationId xmlns:a16="http://schemas.microsoft.com/office/drawing/2014/main" id="{19B1047F-91F5-4200-9666-1AA09A18F126}"/>
              </a:ext>
            </a:extLst>
          </p:cNvPr>
          <p:cNvSpPr>
            <a:spLocks noGrp="1"/>
          </p:cNvSpPr>
          <p:nvPr/>
        </p:nvSpPr>
        <p:spPr>
          <a:xfrm>
            <a:off x="11306175" y="6972300"/>
            <a:ext cx="438150" cy="4381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358AD"/>
            </a:solidFill>
          </a:ln>
        </p:spPr>
      </p:sp>
      <p:sp>
        <p:nvSpPr>
          <p:cNvPr id="134" name="shape-981">
            <a:extLst>
              <a:ext uri="{FF2B5EF4-FFF2-40B4-BE49-F238E27FC236}">
                <a16:creationId xmlns:a16="http://schemas.microsoft.com/office/drawing/2014/main" id="{50948888-BDFB-476D-8343-E82195D8034F}"/>
              </a:ext>
            </a:extLst>
          </p:cNvPr>
          <p:cNvSpPr>
            <a:spLocks noGrp="1"/>
          </p:cNvSpPr>
          <p:nvPr/>
        </p:nvSpPr>
        <p:spPr>
          <a:xfrm>
            <a:off x="11306175" y="6972300"/>
            <a:ext cx="438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+</a:t>
            </a:r>
          </a:p>
        </p:txBody>
      </p:sp>
      <p:sp>
        <p:nvSpPr>
          <p:cNvPr id="135" name="shape-982">
            <a:extLst>
              <a:ext uri="{FF2B5EF4-FFF2-40B4-BE49-F238E27FC236}">
                <a16:creationId xmlns:a16="http://schemas.microsoft.com/office/drawing/2014/main" id="{DB8F975E-723F-4D55-9F8A-97D67092AC83}"/>
              </a:ext>
            </a:extLst>
          </p:cNvPr>
          <p:cNvSpPr>
            <a:spLocks noGrp="1"/>
          </p:cNvSpPr>
          <p:nvPr/>
        </p:nvSpPr>
        <p:spPr>
          <a:xfrm>
            <a:off x="10524173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6" name="shape-983">
            <a:extLst>
              <a:ext uri="{FF2B5EF4-FFF2-40B4-BE49-F238E27FC236}">
                <a16:creationId xmlns:a16="http://schemas.microsoft.com/office/drawing/2014/main" id="{52EA04FF-8379-4807-898F-39E52321679F}"/>
              </a:ext>
            </a:extLst>
          </p:cNvPr>
          <p:cNvSpPr>
            <a:spLocks noGrp="1"/>
          </p:cNvSpPr>
          <p:nvPr/>
        </p:nvSpPr>
        <p:spPr>
          <a:xfrm>
            <a:off x="11305223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296" name="直接箭头连接符 295"/>
          <p:cNvCxnSpPr>
            <a:stCxn id="135" idx="3"/>
            <a:endCxn id="136" idx="1"/>
          </p:cNvCxnSpPr>
          <p:nvPr/>
        </p:nvCxnSpPr>
        <p:spPr>
          <a:xfrm>
            <a:off x="10526078" y="7191376"/>
            <a:ext cx="779145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38" name="shape-984">
            <a:extLst>
              <a:ext uri="{FF2B5EF4-FFF2-40B4-BE49-F238E27FC236}">
                <a16:creationId xmlns:a16="http://schemas.microsoft.com/office/drawing/2014/main" id="{56CF20AA-A2FC-415B-8D93-746B61A5A14A}"/>
              </a:ext>
            </a:extLst>
          </p:cNvPr>
          <p:cNvSpPr>
            <a:spLocks noGrp="1"/>
          </p:cNvSpPr>
          <p:nvPr/>
        </p:nvSpPr>
        <p:spPr>
          <a:xfrm>
            <a:off x="12763500" y="7029450"/>
            <a:ext cx="1666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02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7358AD"/>
                </a:solidFill>
                <a:latin typeface="Noto Sans CJK SC"/>
                <a:ea typeface="Noto Sans CJK SC"/>
                <a:cs typeface="Noto Sans CJK SC"/>
              </a:rPr>
              <a:t>输出</a:t>
            </a:r>
          </a:p>
        </p:txBody>
      </p:sp>
      <p:sp>
        <p:nvSpPr>
          <p:cNvPr id="139" name="shape-985">
            <a:extLst>
              <a:ext uri="{FF2B5EF4-FFF2-40B4-BE49-F238E27FC236}">
                <a16:creationId xmlns:a16="http://schemas.microsoft.com/office/drawing/2014/main" id="{7B91CF2C-DCB7-4B76-9436-5C7A2F7BBCD9}"/>
              </a:ext>
            </a:extLst>
          </p:cNvPr>
          <p:cNvSpPr>
            <a:spLocks noGrp="1"/>
          </p:cNvSpPr>
          <p:nvPr/>
        </p:nvSpPr>
        <p:spPr>
          <a:xfrm>
            <a:off x="11743373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0" name="shape-986">
            <a:extLst>
              <a:ext uri="{FF2B5EF4-FFF2-40B4-BE49-F238E27FC236}">
                <a16:creationId xmlns:a16="http://schemas.microsoft.com/office/drawing/2014/main" id="{046855B0-C0CD-4935-9A12-C5980CE6ABBC}"/>
              </a:ext>
            </a:extLst>
          </p:cNvPr>
          <p:cNvSpPr>
            <a:spLocks noGrp="1"/>
          </p:cNvSpPr>
          <p:nvPr/>
        </p:nvSpPr>
        <p:spPr>
          <a:xfrm>
            <a:off x="12762548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00" name="直接箭头连接符 299"/>
          <p:cNvCxnSpPr>
            <a:stCxn id="139" idx="3"/>
            <a:endCxn id="140" idx="1"/>
          </p:cNvCxnSpPr>
          <p:nvPr/>
        </p:nvCxnSpPr>
        <p:spPr>
          <a:xfrm>
            <a:off x="11745278" y="7191376"/>
            <a:ext cx="1017270" cy="0"/>
          </a:xfrm>
          <a:prstGeom prst="straightConnector1">
            <a:avLst/>
          </a:prstGeom>
          <a:ln w="21908">
            <a:solidFill>
              <a:srgbClr val="7358AD"/>
            </a:solidFill>
            <a:prstDash val="solid"/>
            <a:tailEnd type="triangle" w="sm" len="sm"/>
          </a:ln>
        </p:spPr>
      </p:cxnSp>
      <p:sp>
        <p:nvSpPr>
          <p:cNvPr id="142" name="shape-987">
            <a:extLst>
              <a:ext uri="{FF2B5EF4-FFF2-40B4-BE49-F238E27FC236}">
                <a16:creationId xmlns:a16="http://schemas.microsoft.com/office/drawing/2014/main" id="{BD9BE74A-4E6D-4DDE-AA8E-6D2522F1D626}"/>
              </a:ext>
            </a:extLst>
          </p:cNvPr>
          <p:cNvSpPr>
            <a:spLocks noGrp="1"/>
          </p:cNvSpPr>
          <p:nvPr/>
        </p:nvSpPr>
        <p:spPr>
          <a:xfrm>
            <a:off x="1275398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3" name="shape-988">
            <a:extLst>
              <a:ext uri="{FF2B5EF4-FFF2-40B4-BE49-F238E27FC236}">
                <a16:creationId xmlns:a16="http://schemas.microsoft.com/office/drawing/2014/main" id="{EDEAB90C-13DE-427D-AC13-26C4FFF289BC}"/>
              </a:ext>
            </a:extLst>
          </p:cNvPr>
          <p:cNvSpPr>
            <a:spLocks noGrp="1"/>
          </p:cNvSpPr>
          <p:nvPr/>
        </p:nvSpPr>
        <p:spPr>
          <a:xfrm>
            <a:off x="1275398" y="656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03" name="直接箭头连接符 302"/>
          <p:cNvCxnSpPr>
            <a:stCxn id="142" idx="3"/>
            <a:endCxn id="143" idx="1"/>
          </p:cNvCxnSpPr>
          <p:nvPr/>
        </p:nvCxnSpPr>
        <p:spPr>
          <a:xfrm flipH="1" flipV="1">
            <a:off x="1275398" y="6562726"/>
            <a:ext cx="1905" cy="628650"/>
          </a:xfrm>
          <a:prstGeom prst="straightConnector1">
            <a:avLst/>
          </a:prstGeom>
          <a:ln w="19050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145" name="shape-989">
            <a:extLst>
              <a:ext uri="{FF2B5EF4-FFF2-40B4-BE49-F238E27FC236}">
                <a16:creationId xmlns:a16="http://schemas.microsoft.com/office/drawing/2014/main" id="{BA7303C5-C322-46D7-9A6F-AD2F4BF39BE2}"/>
              </a:ext>
            </a:extLst>
          </p:cNvPr>
          <p:cNvSpPr>
            <a:spLocks noGrp="1"/>
          </p:cNvSpPr>
          <p:nvPr/>
        </p:nvSpPr>
        <p:spPr>
          <a:xfrm>
            <a:off x="1275398" y="656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6" name="shape-990">
            <a:extLst>
              <a:ext uri="{FF2B5EF4-FFF2-40B4-BE49-F238E27FC236}">
                <a16:creationId xmlns:a16="http://schemas.microsoft.com/office/drawing/2014/main" id="{5B92CBBF-B387-47DC-BB61-95606AE8C9C5}"/>
              </a:ext>
            </a:extLst>
          </p:cNvPr>
          <p:cNvSpPr>
            <a:spLocks noGrp="1"/>
          </p:cNvSpPr>
          <p:nvPr/>
        </p:nvSpPr>
        <p:spPr>
          <a:xfrm>
            <a:off x="6237923" y="656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06" name="直接箭头连接符 305"/>
          <p:cNvCxnSpPr>
            <a:stCxn id="145" idx="3"/>
            <a:endCxn id="146" idx="1"/>
          </p:cNvCxnSpPr>
          <p:nvPr/>
        </p:nvCxnSpPr>
        <p:spPr>
          <a:xfrm>
            <a:off x="1277303" y="6562726"/>
            <a:ext cx="4960620" cy="0"/>
          </a:xfrm>
          <a:prstGeom prst="straightConnector1">
            <a:avLst/>
          </a:prstGeom>
          <a:ln w="19050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148" name="shape-991">
            <a:extLst>
              <a:ext uri="{FF2B5EF4-FFF2-40B4-BE49-F238E27FC236}">
                <a16:creationId xmlns:a16="http://schemas.microsoft.com/office/drawing/2014/main" id="{62D974B9-294D-41C9-8C00-646908171679}"/>
              </a:ext>
            </a:extLst>
          </p:cNvPr>
          <p:cNvSpPr>
            <a:spLocks noGrp="1"/>
          </p:cNvSpPr>
          <p:nvPr/>
        </p:nvSpPr>
        <p:spPr>
          <a:xfrm>
            <a:off x="6237923" y="656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9" name="shape-992">
            <a:extLst>
              <a:ext uri="{FF2B5EF4-FFF2-40B4-BE49-F238E27FC236}">
                <a16:creationId xmlns:a16="http://schemas.microsoft.com/office/drawing/2014/main" id="{70D2BFCC-1886-4683-9980-631B71E102E2}"/>
              </a:ext>
            </a:extLst>
          </p:cNvPr>
          <p:cNvSpPr>
            <a:spLocks noGrp="1"/>
          </p:cNvSpPr>
          <p:nvPr/>
        </p:nvSpPr>
        <p:spPr>
          <a:xfrm>
            <a:off x="6237923" y="69713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09" name="直接箭头连接符 308"/>
          <p:cNvCxnSpPr>
            <a:stCxn id="148" idx="3"/>
            <a:endCxn id="149" idx="1"/>
          </p:cNvCxnSpPr>
          <p:nvPr/>
        </p:nvCxnSpPr>
        <p:spPr>
          <a:xfrm flipH="1">
            <a:off x="6237923" y="6562726"/>
            <a:ext cx="1905" cy="409575"/>
          </a:xfrm>
          <a:prstGeom prst="straightConnector1">
            <a:avLst/>
          </a:prstGeom>
          <a:ln w="19050">
            <a:solidFill>
              <a:srgbClr val="738492"/>
            </a:solidFill>
            <a:prstDash val="solid"/>
            <a:tailEnd type="triangle" w="sm" len="sm"/>
          </a:ln>
        </p:spPr>
      </p:cxnSp>
      <p:sp>
        <p:nvSpPr>
          <p:cNvPr id="151" name="shape-993">
            <a:extLst>
              <a:ext uri="{FF2B5EF4-FFF2-40B4-BE49-F238E27FC236}">
                <a16:creationId xmlns:a16="http://schemas.microsoft.com/office/drawing/2014/main" id="{93FB3350-6620-4012-9C13-ED0D6337FB43}"/>
              </a:ext>
            </a:extLst>
          </p:cNvPr>
          <p:cNvSpPr>
            <a:spLocks noGrp="1"/>
          </p:cNvSpPr>
          <p:nvPr/>
        </p:nvSpPr>
        <p:spPr>
          <a:xfrm>
            <a:off x="6809423" y="719042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52" name="shape-994">
            <a:extLst>
              <a:ext uri="{FF2B5EF4-FFF2-40B4-BE49-F238E27FC236}">
                <a16:creationId xmlns:a16="http://schemas.microsoft.com/office/drawing/2014/main" id="{94A73A31-37AC-4ADA-AC62-3485C5054483}"/>
              </a:ext>
            </a:extLst>
          </p:cNvPr>
          <p:cNvSpPr>
            <a:spLocks noGrp="1"/>
          </p:cNvSpPr>
          <p:nvPr/>
        </p:nvSpPr>
        <p:spPr>
          <a:xfrm>
            <a:off x="6809423" y="656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12" name="直接箭头连接符 311"/>
          <p:cNvCxnSpPr>
            <a:stCxn id="151" idx="3"/>
            <a:endCxn id="152" idx="1"/>
          </p:cNvCxnSpPr>
          <p:nvPr/>
        </p:nvCxnSpPr>
        <p:spPr>
          <a:xfrm flipH="1" flipV="1">
            <a:off x="6809423" y="6562726"/>
            <a:ext cx="1905" cy="628650"/>
          </a:xfrm>
          <a:prstGeom prst="straightConnector1">
            <a:avLst/>
          </a:prstGeom>
          <a:ln w="19050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154" name="shape-995">
            <a:extLst>
              <a:ext uri="{FF2B5EF4-FFF2-40B4-BE49-F238E27FC236}">
                <a16:creationId xmlns:a16="http://schemas.microsoft.com/office/drawing/2014/main" id="{CDC69D0D-B9DD-4FB8-92D3-99B26CA307D8}"/>
              </a:ext>
            </a:extLst>
          </p:cNvPr>
          <p:cNvSpPr>
            <a:spLocks noGrp="1"/>
          </p:cNvSpPr>
          <p:nvPr/>
        </p:nvSpPr>
        <p:spPr>
          <a:xfrm>
            <a:off x="6809423" y="656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55" name="shape-996">
            <a:extLst>
              <a:ext uri="{FF2B5EF4-FFF2-40B4-BE49-F238E27FC236}">
                <a16:creationId xmlns:a16="http://schemas.microsoft.com/office/drawing/2014/main" id="{953AA9A1-2FA3-4541-8CE6-A832981EC53B}"/>
              </a:ext>
            </a:extLst>
          </p:cNvPr>
          <p:cNvSpPr>
            <a:spLocks noGrp="1"/>
          </p:cNvSpPr>
          <p:nvPr/>
        </p:nvSpPr>
        <p:spPr>
          <a:xfrm>
            <a:off x="11524298" y="656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15" name="直接箭头连接符 314"/>
          <p:cNvCxnSpPr>
            <a:stCxn id="154" idx="3"/>
            <a:endCxn id="155" idx="1"/>
          </p:cNvCxnSpPr>
          <p:nvPr/>
        </p:nvCxnSpPr>
        <p:spPr>
          <a:xfrm>
            <a:off x="6811328" y="6562726"/>
            <a:ext cx="4712970" cy="0"/>
          </a:xfrm>
          <a:prstGeom prst="straightConnector1">
            <a:avLst/>
          </a:prstGeom>
          <a:ln w="19050">
            <a:solidFill>
              <a:srgbClr val="738492"/>
            </a:solidFill>
            <a:prstDash val="solid"/>
            <a:tailEnd type="none" w="sm" len="sm"/>
          </a:ln>
        </p:spPr>
      </p:cxnSp>
      <p:sp>
        <p:nvSpPr>
          <p:cNvPr id="157" name="shape-997">
            <a:extLst>
              <a:ext uri="{FF2B5EF4-FFF2-40B4-BE49-F238E27FC236}">
                <a16:creationId xmlns:a16="http://schemas.microsoft.com/office/drawing/2014/main" id="{AB3BE0A7-FC41-4EF6-A4DA-731779A398B3}"/>
              </a:ext>
            </a:extLst>
          </p:cNvPr>
          <p:cNvSpPr>
            <a:spLocks noGrp="1"/>
          </p:cNvSpPr>
          <p:nvPr/>
        </p:nvSpPr>
        <p:spPr>
          <a:xfrm>
            <a:off x="11524298" y="6561773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58" name="shape-998">
            <a:extLst>
              <a:ext uri="{FF2B5EF4-FFF2-40B4-BE49-F238E27FC236}">
                <a16:creationId xmlns:a16="http://schemas.microsoft.com/office/drawing/2014/main" id="{6235333A-9180-4C28-B9DF-D2CB260E70B8}"/>
              </a:ext>
            </a:extLst>
          </p:cNvPr>
          <p:cNvSpPr>
            <a:spLocks noGrp="1"/>
          </p:cNvSpPr>
          <p:nvPr/>
        </p:nvSpPr>
        <p:spPr>
          <a:xfrm>
            <a:off x="11524298" y="6971348"/>
            <a:ext cx="1905" cy="190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318" name="直接箭头连接符 317"/>
          <p:cNvCxnSpPr>
            <a:stCxn id="157" idx="3"/>
            <a:endCxn id="158" idx="1"/>
          </p:cNvCxnSpPr>
          <p:nvPr/>
        </p:nvCxnSpPr>
        <p:spPr>
          <a:xfrm flipH="1">
            <a:off x="11524298" y="6562726"/>
            <a:ext cx="1905" cy="409575"/>
          </a:xfrm>
          <a:prstGeom prst="straightConnector1">
            <a:avLst/>
          </a:prstGeom>
          <a:ln w="19050">
            <a:solidFill>
              <a:srgbClr val="738492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0233561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2320</Words>
  <Application>Microsoft Office PowerPoint</Application>
  <DocSecurity>0</DocSecurity>
  <PresentationFormat>自定义</PresentationFormat>
  <Paragraphs>381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Noto Sans CJK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禹棋 王</cp:lastModifiedBy>
  <cp:revision>1</cp:revision>
  <dcterms:created xsi:type="dcterms:W3CDTF">2026-09-09T12:56:04Z</dcterms:created>
  <dcterms:modified xsi:type="dcterms:W3CDTF">2026-09-09T13:07:38Z</dcterms:modified>
</cp:coreProperties>
</file>